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6"/>
  </p:notesMasterIdLst>
  <p:sldIdLst>
    <p:sldId id="256" r:id="rId2"/>
    <p:sldId id="259" r:id="rId3"/>
    <p:sldId id="307" r:id="rId4"/>
    <p:sldId id="308" r:id="rId5"/>
    <p:sldId id="309" r:id="rId6"/>
    <p:sldId id="310" r:id="rId7"/>
    <p:sldId id="311" r:id="rId8"/>
    <p:sldId id="260" r:id="rId9"/>
    <p:sldId id="315" r:id="rId10"/>
    <p:sldId id="313" r:id="rId11"/>
    <p:sldId id="323" r:id="rId12"/>
    <p:sldId id="316" r:id="rId13"/>
    <p:sldId id="320" r:id="rId14"/>
    <p:sldId id="322" r:id="rId15"/>
  </p:sldIdLst>
  <p:sldSz cx="9144000" cy="5143500" type="screen16x9"/>
  <p:notesSz cx="6858000" cy="9144000"/>
  <p:embeddedFontLst>
    <p:embeddedFont>
      <p:font typeface="Advent Pro" panose="020B0604020202020204" charset="0"/>
      <p:regular r:id="rId17"/>
      <p:bold r:id="rId18"/>
      <p:italic r:id="rId19"/>
      <p:boldItalic r:id="rId20"/>
    </p:embeddedFont>
    <p:embeddedFont>
      <p:font typeface="Roboto" panose="020000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2E34125-02A2-49BD-B05B-9E79D06EE94B}">
  <a:tblStyle styleId="{32E34125-02A2-49BD-B05B-9E79D06EE94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94694"/>
  </p:normalViewPr>
  <p:slideViewPr>
    <p:cSldViewPr snapToGrid="0">
      <p:cViewPr>
        <p:scale>
          <a:sx n="102" d="100"/>
          <a:sy n="102" d="100"/>
        </p:scale>
        <p:origin x="8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6b5a0b769d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6b5a0b769d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23404" y="1130675"/>
            <a:ext cx="3618000" cy="20526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accent6"/>
              </a:buClr>
              <a:buSzPts val="6000"/>
              <a:buNone/>
              <a:defRPr sz="6000">
                <a:solidFill>
                  <a:schemeClr val="accent6"/>
                </a:solidFill>
              </a:defRPr>
            </a:lvl1pPr>
            <a:lvl2pPr lvl="1">
              <a:spcBef>
                <a:spcPts val="0"/>
              </a:spcBef>
              <a:spcAft>
                <a:spcPts val="0"/>
              </a:spcAft>
              <a:buClr>
                <a:schemeClr val="accent6"/>
              </a:buClr>
              <a:buSzPts val="5200"/>
              <a:buNone/>
              <a:defRPr sz="5200">
                <a:solidFill>
                  <a:schemeClr val="accent6"/>
                </a:solidFill>
              </a:defRPr>
            </a:lvl2pPr>
            <a:lvl3pPr lvl="2">
              <a:spcBef>
                <a:spcPts val="0"/>
              </a:spcBef>
              <a:spcAft>
                <a:spcPts val="0"/>
              </a:spcAft>
              <a:buClr>
                <a:schemeClr val="accent6"/>
              </a:buClr>
              <a:buSzPts val="5200"/>
              <a:buNone/>
              <a:defRPr sz="5200">
                <a:solidFill>
                  <a:schemeClr val="accent6"/>
                </a:solidFill>
              </a:defRPr>
            </a:lvl3pPr>
            <a:lvl4pPr lvl="3">
              <a:spcBef>
                <a:spcPts val="0"/>
              </a:spcBef>
              <a:spcAft>
                <a:spcPts val="0"/>
              </a:spcAft>
              <a:buClr>
                <a:schemeClr val="accent6"/>
              </a:buClr>
              <a:buSzPts val="5200"/>
              <a:buNone/>
              <a:defRPr sz="5200">
                <a:solidFill>
                  <a:schemeClr val="accent6"/>
                </a:solidFill>
              </a:defRPr>
            </a:lvl4pPr>
            <a:lvl5pPr lvl="4">
              <a:spcBef>
                <a:spcPts val="0"/>
              </a:spcBef>
              <a:spcAft>
                <a:spcPts val="0"/>
              </a:spcAft>
              <a:buClr>
                <a:schemeClr val="accent6"/>
              </a:buClr>
              <a:buSzPts val="5200"/>
              <a:buNone/>
              <a:defRPr sz="5200">
                <a:solidFill>
                  <a:schemeClr val="accent6"/>
                </a:solidFill>
              </a:defRPr>
            </a:lvl5pPr>
            <a:lvl6pPr lvl="5">
              <a:spcBef>
                <a:spcPts val="0"/>
              </a:spcBef>
              <a:spcAft>
                <a:spcPts val="0"/>
              </a:spcAft>
              <a:buClr>
                <a:schemeClr val="accent6"/>
              </a:buClr>
              <a:buSzPts val="5200"/>
              <a:buNone/>
              <a:defRPr sz="5200">
                <a:solidFill>
                  <a:schemeClr val="accent6"/>
                </a:solidFill>
              </a:defRPr>
            </a:lvl6pPr>
            <a:lvl7pPr lvl="6">
              <a:spcBef>
                <a:spcPts val="0"/>
              </a:spcBef>
              <a:spcAft>
                <a:spcPts val="0"/>
              </a:spcAft>
              <a:buClr>
                <a:schemeClr val="accent6"/>
              </a:buClr>
              <a:buSzPts val="5200"/>
              <a:buNone/>
              <a:defRPr sz="5200">
                <a:solidFill>
                  <a:schemeClr val="accent6"/>
                </a:solidFill>
              </a:defRPr>
            </a:lvl7pPr>
            <a:lvl8pPr lvl="7">
              <a:spcBef>
                <a:spcPts val="0"/>
              </a:spcBef>
              <a:spcAft>
                <a:spcPts val="0"/>
              </a:spcAft>
              <a:buClr>
                <a:schemeClr val="accent6"/>
              </a:buClr>
              <a:buSzPts val="5200"/>
              <a:buNone/>
              <a:defRPr sz="5200">
                <a:solidFill>
                  <a:schemeClr val="accent6"/>
                </a:solidFill>
              </a:defRPr>
            </a:lvl8pPr>
            <a:lvl9pPr lvl="8">
              <a:spcBef>
                <a:spcPts val="0"/>
              </a:spcBef>
              <a:spcAft>
                <a:spcPts val="0"/>
              </a:spcAft>
              <a:buClr>
                <a:schemeClr val="accent6"/>
              </a:buClr>
              <a:buSzPts val="5200"/>
              <a:buNone/>
              <a:defRPr sz="5200">
                <a:solidFill>
                  <a:schemeClr val="accent6"/>
                </a:solidFill>
              </a:defRPr>
            </a:lvl9pPr>
          </a:lstStyle>
          <a:p>
            <a:endParaRPr/>
          </a:p>
        </p:txBody>
      </p:sp>
      <p:sp>
        <p:nvSpPr>
          <p:cNvPr id="10" name="Google Shape;10;p2"/>
          <p:cNvSpPr txBox="1">
            <a:spLocks noGrp="1"/>
          </p:cNvSpPr>
          <p:nvPr>
            <p:ph type="subTitle" idx="1"/>
          </p:nvPr>
        </p:nvSpPr>
        <p:spPr>
          <a:xfrm>
            <a:off x="623400" y="3372625"/>
            <a:ext cx="36180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6"/>
              </a:buClr>
              <a:buSzPts val="3000"/>
              <a:buNone/>
              <a:defRPr sz="3000">
                <a:solidFill>
                  <a:schemeClr val="accent6"/>
                </a:solidFill>
              </a:defRPr>
            </a:lvl1pPr>
            <a:lvl2pPr lvl="1" algn="ctr">
              <a:spcBef>
                <a:spcPts val="0"/>
              </a:spcBef>
              <a:spcAft>
                <a:spcPts val="0"/>
              </a:spcAft>
              <a:buClr>
                <a:schemeClr val="accent6"/>
              </a:buClr>
              <a:buSzPts val="2400"/>
              <a:buNone/>
              <a:defRPr sz="2400">
                <a:solidFill>
                  <a:schemeClr val="accent6"/>
                </a:solidFill>
              </a:defRPr>
            </a:lvl2pPr>
            <a:lvl3pPr lvl="2" algn="ctr">
              <a:spcBef>
                <a:spcPts val="0"/>
              </a:spcBef>
              <a:spcAft>
                <a:spcPts val="0"/>
              </a:spcAft>
              <a:buClr>
                <a:schemeClr val="accent6"/>
              </a:buClr>
              <a:buSzPts val="2400"/>
              <a:buNone/>
              <a:defRPr sz="2400">
                <a:solidFill>
                  <a:schemeClr val="accent6"/>
                </a:solidFill>
              </a:defRPr>
            </a:lvl3pPr>
            <a:lvl4pPr lvl="3" algn="ctr">
              <a:spcBef>
                <a:spcPts val="0"/>
              </a:spcBef>
              <a:spcAft>
                <a:spcPts val="0"/>
              </a:spcAft>
              <a:buClr>
                <a:schemeClr val="accent6"/>
              </a:buClr>
              <a:buSzPts val="2400"/>
              <a:buNone/>
              <a:defRPr sz="2400">
                <a:solidFill>
                  <a:schemeClr val="accent6"/>
                </a:solidFill>
              </a:defRPr>
            </a:lvl4pPr>
            <a:lvl5pPr lvl="4" algn="ctr">
              <a:spcBef>
                <a:spcPts val="0"/>
              </a:spcBef>
              <a:spcAft>
                <a:spcPts val="0"/>
              </a:spcAft>
              <a:buClr>
                <a:schemeClr val="accent6"/>
              </a:buClr>
              <a:buSzPts val="2400"/>
              <a:buNone/>
              <a:defRPr sz="2400">
                <a:solidFill>
                  <a:schemeClr val="accent6"/>
                </a:solidFill>
              </a:defRPr>
            </a:lvl5pPr>
            <a:lvl6pPr lvl="5" algn="ctr">
              <a:spcBef>
                <a:spcPts val="0"/>
              </a:spcBef>
              <a:spcAft>
                <a:spcPts val="0"/>
              </a:spcAft>
              <a:buClr>
                <a:schemeClr val="accent6"/>
              </a:buClr>
              <a:buSzPts val="2400"/>
              <a:buNone/>
              <a:defRPr sz="2400">
                <a:solidFill>
                  <a:schemeClr val="accent6"/>
                </a:solidFill>
              </a:defRPr>
            </a:lvl6pPr>
            <a:lvl7pPr lvl="6" algn="ctr">
              <a:spcBef>
                <a:spcPts val="0"/>
              </a:spcBef>
              <a:spcAft>
                <a:spcPts val="0"/>
              </a:spcAft>
              <a:buClr>
                <a:schemeClr val="accent6"/>
              </a:buClr>
              <a:buSzPts val="2400"/>
              <a:buNone/>
              <a:defRPr sz="2400">
                <a:solidFill>
                  <a:schemeClr val="accent6"/>
                </a:solidFill>
              </a:defRPr>
            </a:lvl7pPr>
            <a:lvl8pPr lvl="7" algn="ctr">
              <a:spcBef>
                <a:spcPts val="0"/>
              </a:spcBef>
              <a:spcAft>
                <a:spcPts val="0"/>
              </a:spcAft>
              <a:buClr>
                <a:schemeClr val="accent6"/>
              </a:buClr>
              <a:buSzPts val="2400"/>
              <a:buNone/>
              <a:defRPr sz="2400">
                <a:solidFill>
                  <a:schemeClr val="accent6"/>
                </a:solidFill>
              </a:defRPr>
            </a:lvl8pPr>
            <a:lvl9pPr lvl="8" algn="ctr">
              <a:spcBef>
                <a:spcPts val="0"/>
              </a:spcBef>
              <a:spcAft>
                <a:spcPts val="0"/>
              </a:spcAft>
              <a:buClr>
                <a:schemeClr val="accent6"/>
              </a:buClr>
              <a:buSzPts val="2400"/>
              <a:buNone/>
              <a:defRPr sz="2400">
                <a:solidFill>
                  <a:schemeClr val="accent6"/>
                </a:solidFill>
              </a:defRPr>
            </a:lvl9pPr>
          </a:lstStyle>
          <a:p>
            <a:endParaRPr/>
          </a:p>
        </p:txBody>
      </p:sp>
      <p:sp>
        <p:nvSpPr>
          <p:cNvPr id="29" name="Google Shape;29;p7"/>
          <p:cNvSpPr txBox="1">
            <a:spLocks noGrp="1"/>
          </p:cNvSpPr>
          <p:nvPr>
            <p:ph type="body" idx="1"/>
          </p:nvPr>
        </p:nvSpPr>
        <p:spPr>
          <a:xfrm>
            <a:off x="5578375" y="2125700"/>
            <a:ext cx="2666400" cy="19083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cxnSp>
        <p:nvCxnSpPr>
          <p:cNvPr id="30" name="Google Shape;30;p7"/>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40" name="Google Shape;40;p10"/>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60D4F-2F49-9535-4F85-916A7C24BD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71F267F-C61B-A0AA-D6EC-1B3B39E5842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252886-D28E-72EE-AA09-6B14EDC1AC21}"/>
              </a:ext>
            </a:extLst>
          </p:cNvPr>
          <p:cNvSpPr>
            <a:spLocks noGrp="1"/>
          </p:cNvSpPr>
          <p:nvPr>
            <p:ph type="dt" sz="half" idx="10"/>
          </p:nvPr>
        </p:nvSpPr>
        <p:spPr/>
        <p:txBody>
          <a:bodyPr/>
          <a:lstStyle/>
          <a:p>
            <a:fld id="{3CADBD16-5BFB-4D9F-9646-C75D1B53BBB6}" type="datetimeFigureOut">
              <a:rPr lang="en-US" smtClean="0"/>
              <a:t>4/27/2024</a:t>
            </a:fld>
            <a:endParaRPr lang="en-US"/>
          </a:p>
        </p:txBody>
      </p:sp>
      <p:sp>
        <p:nvSpPr>
          <p:cNvPr id="5" name="Footer Placeholder 4">
            <a:extLst>
              <a:ext uri="{FF2B5EF4-FFF2-40B4-BE49-F238E27FC236}">
                <a16:creationId xmlns:a16="http://schemas.microsoft.com/office/drawing/2014/main" id="{23B4772D-EC27-DACD-0927-FCE2AC33F5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8B404-B8EC-B2ED-150D-48AEC69B6CA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34721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CF8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1pPr>
            <a:lvl2pPr lvl="1">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2pPr>
            <a:lvl3pPr lvl="2">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3pPr>
            <a:lvl4pPr lvl="3">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4pPr>
            <a:lvl5pPr lvl="4">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5pPr>
            <a:lvl6pPr lvl="5">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6pPr>
            <a:lvl7pPr lvl="6">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7pPr>
            <a:lvl8pPr lvl="7">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8pPr>
            <a:lvl9pPr lvl="8">
              <a:spcBef>
                <a:spcPts val="0"/>
              </a:spcBef>
              <a:spcAft>
                <a:spcPts val="0"/>
              </a:spcAft>
              <a:buClr>
                <a:schemeClr val="dk2"/>
              </a:buClr>
              <a:buSzPts val="2800"/>
              <a:buFont typeface="Advent Pro"/>
              <a:buNone/>
              <a:defRPr sz="2800" b="1">
                <a:solidFill>
                  <a:schemeClr val="dk2"/>
                </a:solidFill>
                <a:latin typeface="Advent Pro"/>
                <a:ea typeface="Advent Pro"/>
                <a:cs typeface="Advent Pro"/>
                <a:sym typeface="Advent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rgbClr val="434343"/>
              </a:buClr>
              <a:buSzPts val="1800"/>
              <a:buFont typeface="Roboto"/>
              <a:buChar char="●"/>
              <a:defRPr sz="1800">
                <a:solidFill>
                  <a:srgbClr val="434343"/>
                </a:solidFill>
                <a:latin typeface="Roboto"/>
                <a:ea typeface="Roboto"/>
                <a:cs typeface="Roboto"/>
                <a:sym typeface="Roboto"/>
              </a:defRPr>
            </a:lvl1pPr>
            <a:lvl2pPr marL="914400" lvl="1"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2pPr>
            <a:lvl3pPr marL="1371600" lvl="2"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3pPr>
            <a:lvl4pPr marL="1828800" lvl="3"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4pPr>
            <a:lvl5pPr marL="2286000" lvl="4"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5pPr>
            <a:lvl6pPr marL="2743200" lvl="5"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6pPr>
            <a:lvl7pPr marL="3200400" lvl="6"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7pPr>
            <a:lvl8pPr marL="3657600" lvl="7" indent="-317500">
              <a:lnSpc>
                <a:spcPct val="100000"/>
              </a:lnSpc>
              <a:spcBef>
                <a:spcPts val="1600"/>
              </a:spcBef>
              <a:spcAft>
                <a:spcPts val="0"/>
              </a:spcAft>
              <a:buClr>
                <a:srgbClr val="434343"/>
              </a:buClr>
              <a:buSzPts val="1400"/>
              <a:buFont typeface="Roboto"/>
              <a:buChar char="○"/>
              <a:defRPr>
                <a:solidFill>
                  <a:srgbClr val="434343"/>
                </a:solidFill>
                <a:latin typeface="Roboto"/>
                <a:ea typeface="Roboto"/>
                <a:cs typeface="Roboto"/>
                <a:sym typeface="Roboto"/>
              </a:defRPr>
            </a:lvl8pPr>
            <a:lvl9pPr marL="4114800" lvl="8" indent="-317500">
              <a:lnSpc>
                <a:spcPct val="100000"/>
              </a:lnSpc>
              <a:spcBef>
                <a:spcPts val="1600"/>
              </a:spcBef>
              <a:spcAft>
                <a:spcPts val="1600"/>
              </a:spcAft>
              <a:buClr>
                <a:srgbClr val="434343"/>
              </a:buClr>
              <a:buSzPts val="1400"/>
              <a:buFont typeface="Roboto"/>
              <a:buChar char="■"/>
              <a:defRPr>
                <a:solidFill>
                  <a:srgbClr val="434343"/>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6" r:id="rId3"/>
    <p:sldLayoutId id="2147483658" r:id="rId4"/>
    <p:sldLayoutId id="214748367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pixabay.com/en/delivery-guy-boy-man-delivery-1424808/"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mathisintheair.org/wp/2016/11/kaggle-the-home-of-data-science/" TargetMode="External"/><Relationship Id="rId7" Type="http://schemas.openxmlformats.org/officeDocument/2006/relationships/hyperlink" Target="https://geo-python.github.io/2017/lessons/L5/pandas-overview.html" TargetMode="External"/><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hyperlink" Target="https://r-craft.org/r-news/the-5-python-skills-you-need-before-you-study-machine-learning/" TargetMode="External"/><Relationship Id="rId5" Type="http://schemas.openxmlformats.org/officeDocument/2006/relationships/hyperlink" Target="https://opensource.hk/python-101-scrapy-vm-image-download/" TargetMode="Externa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hyperlink" Target="https://escape2020.github.io/school2021/posts/clase10/"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pngimg.com/download/66675" TargetMode="External"/><Relationship Id="rId2" Type="http://schemas.openxmlformats.org/officeDocument/2006/relationships/image" Target="../media/image1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pSp>
        <p:nvGrpSpPr>
          <p:cNvPr id="149" name="Google Shape;149;p30"/>
          <p:cNvGrpSpPr/>
          <p:nvPr/>
        </p:nvGrpSpPr>
        <p:grpSpPr>
          <a:xfrm>
            <a:off x="4020093" y="607663"/>
            <a:ext cx="5065148" cy="3795451"/>
            <a:chOff x="936525" y="238100"/>
            <a:chExt cx="5319975" cy="3986400"/>
          </a:xfrm>
        </p:grpSpPr>
        <p:sp>
          <p:nvSpPr>
            <p:cNvPr id="150" name="Google Shape;150;p30"/>
            <p:cNvSpPr/>
            <p:nvPr/>
          </p:nvSpPr>
          <p:spPr>
            <a:xfrm>
              <a:off x="1585950" y="238100"/>
              <a:ext cx="4670550" cy="3949625"/>
            </a:xfrm>
            <a:custGeom>
              <a:avLst/>
              <a:gdLst/>
              <a:ahLst/>
              <a:cxnLst/>
              <a:rect l="l" t="t" r="r" b="b"/>
              <a:pathLst>
                <a:path w="186822" h="157985" extrusionOk="0">
                  <a:moveTo>
                    <a:pt x="91145" y="1"/>
                  </a:moveTo>
                  <a:cubicBezTo>
                    <a:pt x="83069" y="1"/>
                    <a:pt x="75289" y="5146"/>
                    <a:pt x="70242" y="11684"/>
                  </a:cubicBezTo>
                  <a:cubicBezTo>
                    <a:pt x="64470" y="19161"/>
                    <a:pt x="61385" y="28296"/>
                    <a:pt x="57534" y="36921"/>
                  </a:cubicBezTo>
                  <a:cubicBezTo>
                    <a:pt x="53683" y="45547"/>
                    <a:pt x="48606" y="54190"/>
                    <a:pt x="40421" y="58906"/>
                  </a:cubicBezTo>
                  <a:cubicBezTo>
                    <a:pt x="32607" y="63409"/>
                    <a:pt x="22888" y="63771"/>
                    <a:pt x="15215" y="68510"/>
                  </a:cubicBezTo>
                  <a:cubicBezTo>
                    <a:pt x="4141" y="75350"/>
                    <a:pt x="1" y="90547"/>
                    <a:pt x="3903" y="102964"/>
                  </a:cubicBezTo>
                  <a:cubicBezTo>
                    <a:pt x="7804" y="115382"/>
                    <a:pt x="18408" y="124900"/>
                    <a:pt x="30388" y="129989"/>
                  </a:cubicBezTo>
                  <a:cubicBezTo>
                    <a:pt x="42021" y="134933"/>
                    <a:pt x="54885" y="136165"/>
                    <a:pt x="67538" y="136165"/>
                  </a:cubicBezTo>
                  <a:cubicBezTo>
                    <a:pt x="67915" y="136165"/>
                    <a:pt x="68293" y="136164"/>
                    <a:pt x="68670" y="136162"/>
                  </a:cubicBezTo>
                  <a:cubicBezTo>
                    <a:pt x="71151" y="136148"/>
                    <a:pt x="73662" y="136098"/>
                    <a:pt x="76171" y="136098"/>
                  </a:cubicBezTo>
                  <a:cubicBezTo>
                    <a:pt x="83592" y="136098"/>
                    <a:pt x="91005" y="136539"/>
                    <a:pt x="97639" y="139671"/>
                  </a:cubicBezTo>
                  <a:cubicBezTo>
                    <a:pt x="105490" y="143379"/>
                    <a:pt x="111304" y="150460"/>
                    <a:pt x="119003" y="154473"/>
                  </a:cubicBezTo>
                  <a:cubicBezTo>
                    <a:pt x="123471" y="156801"/>
                    <a:pt x="128510" y="157984"/>
                    <a:pt x="133547" y="157984"/>
                  </a:cubicBezTo>
                  <a:cubicBezTo>
                    <a:pt x="137128" y="157984"/>
                    <a:pt x="140707" y="157386"/>
                    <a:pt x="144079" y="156175"/>
                  </a:cubicBezTo>
                  <a:cubicBezTo>
                    <a:pt x="168362" y="147455"/>
                    <a:pt x="180365" y="110227"/>
                    <a:pt x="184842" y="87706"/>
                  </a:cubicBezTo>
                  <a:cubicBezTo>
                    <a:pt x="186018" y="81789"/>
                    <a:pt x="186821" y="75647"/>
                    <a:pt x="185541" y="69753"/>
                  </a:cubicBezTo>
                  <a:cubicBezTo>
                    <a:pt x="184259" y="63857"/>
                    <a:pt x="180546" y="58199"/>
                    <a:pt x="174931" y="55993"/>
                  </a:cubicBezTo>
                  <a:cubicBezTo>
                    <a:pt x="172945" y="55214"/>
                    <a:pt x="170924" y="54904"/>
                    <a:pt x="168876" y="54904"/>
                  </a:cubicBezTo>
                  <a:cubicBezTo>
                    <a:pt x="160991" y="54904"/>
                    <a:pt x="152710" y="59492"/>
                    <a:pt x="144539" y="59492"/>
                  </a:cubicBezTo>
                  <a:cubicBezTo>
                    <a:pt x="143674" y="59492"/>
                    <a:pt x="142810" y="59440"/>
                    <a:pt x="141948" y="59327"/>
                  </a:cubicBezTo>
                  <a:cubicBezTo>
                    <a:pt x="133155" y="58167"/>
                    <a:pt x="126439" y="50691"/>
                    <a:pt x="122614" y="42689"/>
                  </a:cubicBezTo>
                  <a:cubicBezTo>
                    <a:pt x="118789" y="34689"/>
                    <a:pt x="117040" y="25835"/>
                    <a:pt x="113372" y="17761"/>
                  </a:cubicBezTo>
                  <a:cubicBezTo>
                    <a:pt x="109704" y="9688"/>
                    <a:pt x="103348" y="2002"/>
                    <a:pt x="94638" y="331"/>
                  </a:cubicBezTo>
                  <a:cubicBezTo>
                    <a:pt x="93473" y="107"/>
                    <a:pt x="92306" y="1"/>
                    <a:pt x="91145" y="1"/>
                  </a:cubicBezTo>
                  <a:close/>
                </a:path>
              </a:pathLst>
            </a:custGeom>
            <a:solidFill>
              <a:srgbClr val="FF5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0"/>
            <p:cNvSpPr/>
            <p:nvPr/>
          </p:nvSpPr>
          <p:spPr>
            <a:xfrm>
              <a:off x="936525" y="2497025"/>
              <a:ext cx="659925" cy="80190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FF5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0"/>
            <p:cNvSpPr/>
            <p:nvPr/>
          </p:nvSpPr>
          <p:spPr>
            <a:xfrm>
              <a:off x="1602825" y="3328450"/>
              <a:ext cx="359400" cy="312375"/>
            </a:xfrm>
            <a:custGeom>
              <a:avLst/>
              <a:gdLst/>
              <a:ahLst/>
              <a:cxnLst/>
              <a:rect l="l" t="t" r="r" b="b"/>
              <a:pathLst>
                <a:path w="14376" h="12495" extrusionOk="0">
                  <a:moveTo>
                    <a:pt x="7162" y="0"/>
                  </a:moveTo>
                  <a:cubicBezTo>
                    <a:pt x="3523" y="0"/>
                    <a:pt x="0" y="4267"/>
                    <a:pt x="998" y="8034"/>
                  </a:cubicBezTo>
                  <a:cubicBezTo>
                    <a:pt x="1672" y="10576"/>
                    <a:pt x="4194" y="12494"/>
                    <a:pt x="6817" y="12494"/>
                  </a:cubicBezTo>
                  <a:cubicBezTo>
                    <a:pt x="6883" y="12494"/>
                    <a:pt x="6950" y="12493"/>
                    <a:pt x="7017" y="12490"/>
                  </a:cubicBezTo>
                  <a:cubicBezTo>
                    <a:pt x="13009" y="12267"/>
                    <a:pt x="14375" y="4701"/>
                    <a:pt x="10223" y="1169"/>
                  </a:cubicBezTo>
                  <a:cubicBezTo>
                    <a:pt x="9263" y="352"/>
                    <a:pt x="8208" y="0"/>
                    <a:pt x="7162" y="0"/>
                  </a:cubicBezTo>
                  <a:close/>
                </a:path>
              </a:pathLst>
            </a:custGeom>
            <a:solidFill>
              <a:srgbClr val="FF5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0"/>
            <p:cNvSpPr/>
            <p:nvPr/>
          </p:nvSpPr>
          <p:spPr>
            <a:xfrm>
              <a:off x="3230125" y="3806550"/>
              <a:ext cx="854375" cy="417950"/>
            </a:xfrm>
            <a:custGeom>
              <a:avLst/>
              <a:gdLst/>
              <a:ahLst/>
              <a:cxnLst/>
              <a:rect l="l" t="t" r="r" b="b"/>
              <a:pathLst>
                <a:path w="34175" h="16718" extrusionOk="0">
                  <a:moveTo>
                    <a:pt x="14322" y="0"/>
                  </a:moveTo>
                  <a:cubicBezTo>
                    <a:pt x="7249" y="0"/>
                    <a:pt x="1" y="1494"/>
                    <a:pt x="1937" y="7168"/>
                  </a:cubicBezTo>
                  <a:cubicBezTo>
                    <a:pt x="2738" y="9516"/>
                    <a:pt x="5431" y="10528"/>
                    <a:pt x="7804" y="11246"/>
                  </a:cubicBezTo>
                  <a:lnTo>
                    <a:pt x="23084" y="15864"/>
                  </a:lnTo>
                  <a:cubicBezTo>
                    <a:pt x="24492" y="16291"/>
                    <a:pt x="25966" y="16718"/>
                    <a:pt x="27416" y="16718"/>
                  </a:cubicBezTo>
                  <a:cubicBezTo>
                    <a:pt x="27959" y="16718"/>
                    <a:pt x="28498" y="16658"/>
                    <a:pt x="29029" y="16516"/>
                  </a:cubicBezTo>
                  <a:cubicBezTo>
                    <a:pt x="32440" y="15604"/>
                    <a:pt x="34174" y="11336"/>
                    <a:pt x="33114" y="7970"/>
                  </a:cubicBezTo>
                  <a:cubicBezTo>
                    <a:pt x="32054" y="4606"/>
                    <a:pt x="28883" y="2243"/>
                    <a:pt x="25509" y="1211"/>
                  </a:cubicBezTo>
                  <a:cubicBezTo>
                    <a:pt x="23765" y="677"/>
                    <a:pt x="19083" y="0"/>
                    <a:pt x="14322" y="0"/>
                  </a:cubicBezTo>
                  <a:close/>
                </a:path>
              </a:pathLst>
            </a:custGeom>
            <a:solidFill>
              <a:srgbClr val="FF5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0"/>
            <p:cNvSpPr/>
            <p:nvPr/>
          </p:nvSpPr>
          <p:spPr>
            <a:xfrm>
              <a:off x="5137450" y="870200"/>
              <a:ext cx="1025675" cy="624125"/>
            </a:xfrm>
            <a:custGeom>
              <a:avLst/>
              <a:gdLst/>
              <a:ahLst/>
              <a:cxnLst/>
              <a:rect l="l" t="t" r="r" b="b"/>
              <a:pathLst>
                <a:path w="41027" h="24965" extrusionOk="0">
                  <a:moveTo>
                    <a:pt x="25549" y="0"/>
                  </a:moveTo>
                  <a:cubicBezTo>
                    <a:pt x="18911" y="0"/>
                    <a:pt x="13145" y="3402"/>
                    <a:pt x="8571" y="8262"/>
                  </a:cubicBezTo>
                  <a:cubicBezTo>
                    <a:pt x="4815" y="12252"/>
                    <a:pt x="1" y="19959"/>
                    <a:pt x="7114" y="23937"/>
                  </a:cubicBezTo>
                  <a:cubicBezTo>
                    <a:pt x="8457" y="24688"/>
                    <a:pt x="9936" y="24964"/>
                    <a:pt x="11463" y="24964"/>
                  </a:cubicBezTo>
                  <a:cubicBezTo>
                    <a:pt x="13537" y="24964"/>
                    <a:pt x="15699" y="24453"/>
                    <a:pt x="17723" y="23927"/>
                  </a:cubicBezTo>
                  <a:lnTo>
                    <a:pt x="31486" y="20348"/>
                  </a:lnTo>
                  <a:cubicBezTo>
                    <a:pt x="33714" y="19769"/>
                    <a:pt x="36033" y="19142"/>
                    <a:pt x="37758" y="17616"/>
                  </a:cubicBezTo>
                  <a:cubicBezTo>
                    <a:pt x="40848" y="14880"/>
                    <a:pt x="41027" y="9774"/>
                    <a:pt x="38820" y="6286"/>
                  </a:cubicBezTo>
                  <a:cubicBezTo>
                    <a:pt x="36613" y="2799"/>
                    <a:pt x="32548" y="821"/>
                    <a:pt x="28466" y="217"/>
                  </a:cubicBezTo>
                  <a:cubicBezTo>
                    <a:pt x="27476" y="71"/>
                    <a:pt x="26504" y="0"/>
                    <a:pt x="25549" y="0"/>
                  </a:cubicBezTo>
                  <a:close/>
                </a:path>
              </a:pathLst>
            </a:custGeom>
            <a:solidFill>
              <a:srgbClr val="FF5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 name="Google Shape;155;p30"/>
          <p:cNvSpPr txBox="1">
            <a:spLocks noGrp="1"/>
          </p:cNvSpPr>
          <p:nvPr>
            <p:ph type="ctrTitle"/>
          </p:nvPr>
        </p:nvSpPr>
        <p:spPr>
          <a:xfrm>
            <a:off x="657244" y="794709"/>
            <a:ext cx="36180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400" dirty="0">
                <a:latin typeface="Times New Roman" panose="02020603050405020304" pitchFamily="18" charset="0"/>
                <a:cs typeface="Times New Roman" panose="02020603050405020304" pitchFamily="18" charset="0"/>
              </a:rPr>
              <a:t>Exploratory Data Analysis: Unveiling Trends in Food Delivery</a:t>
            </a:r>
            <a:endParaRPr sz="3400" dirty="0"/>
          </a:p>
        </p:txBody>
      </p:sp>
      <p:sp>
        <p:nvSpPr>
          <p:cNvPr id="156" name="Google Shape;156;p30"/>
          <p:cNvSpPr txBox="1">
            <a:spLocks noGrp="1"/>
          </p:cNvSpPr>
          <p:nvPr>
            <p:ph type="subTitle" idx="1"/>
          </p:nvPr>
        </p:nvSpPr>
        <p:spPr>
          <a:xfrm>
            <a:off x="459507" y="2856702"/>
            <a:ext cx="3354052" cy="792600"/>
          </a:xfrm>
          <a:prstGeom prst="rect">
            <a:avLst/>
          </a:prstGeom>
        </p:spPr>
        <p:txBody>
          <a:bodyPr spcFirstLastPara="1" wrap="square" lIns="91425" tIns="91425" rIns="91425" bIns="91425" anchor="t" anchorCtr="0">
            <a:noAutofit/>
          </a:bodyPr>
          <a:lstStyle/>
          <a:p>
            <a:pPr algn="l"/>
            <a:r>
              <a:rPr lang="en-US" sz="1600" b="1" dirty="0">
                <a:latin typeface="Times New Roman" panose="02020603050405020304" pitchFamily="18" charset="0"/>
                <a:cs typeface="Times New Roman" panose="02020603050405020304" pitchFamily="18" charset="0"/>
              </a:rPr>
              <a:t>  TEAM MEMBERS -</a:t>
            </a:r>
          </a:p>
          <a:p>
            <a:pPr marL="228600" indent="0" algn="l"/>
            <a:r>
              <a:rPr lang="en-US" sz="1600" dirty="0">
                <a:latin typeface="Times New Roman" panose="02020603050405020304" pitchFamily="18" charset="0"/>
                <a:cs typeface="Times New Roman" panose="02020603050405020304" pitchFamily="18" charset="0"/>
              </a:rPr>
              <a:t>ADITHYA REDDY BOLLARAM</a:t>
            </a:r>
          </a:p>
          <a:p>
            <a:pPr marL="228600" indent="0" algn="l"/>
            <a:r>
              <a:rPr lang="en-US" sz="1600" dirty="0">
                <a:latin typeface="Times New Roman" panose="02020603050405020304" pitchFamily="18" charset="0"/>
                <a:cs typeface="Times New Roman" panose="02020603050405020304" pitchFamily="18" charset="0"/>
              </a:rPr>
              <a:t>NIKHIL KATTAGURI</a:t>
            </a:r>
          </a:p>
          <a:p>
            <a:pPr marL="228600" indent="0" algn="l"/>
            <a:r>
              <a:rPr lang="en-US" sz="1600" dirty="0">
                <a:latin typeface="Times New Roman" panose="02020603050405020304" pitchFamily="18" charset="0"/>
                <a:cs typeface="Times New Roman" panose="02020603050405020304" pitchFamily="18" charset="0"/>
              </a:rPr>
              <a:t>SATHVIKA SHETTI</a:t>
            </a:r>
            <a:endParaRPr sz="1600" dirty="0"/>
          </a:p>
        </p:txBody>
      </p:sp>
      <p:grpSp>
        <p:nvGrpSpPr>
          <p:cNvPr id="158" name="Google Shape;158;p30"/>
          <p:cNvGrpSpPr/>
          <p:nvPr/>
        </p:nvGrpSpPr>
        <p:grpSpPr>
          <a:xfrm>
            <a:off x="4760184" y="632680"/>
            <a:ext cx="4717227" cy="4962536"/>
            <a:chOff x="1713850" y="264375"/>
            <a:chExt cx="4954550" cy="5212200"/>
          </a:xfrm>
        </p:grpSpPr>
        <p:sp>
          <p:nvSpPr>
            <p:cNvPr id="159" name="Google Shape;159;p30"/>
            <p:cNvSpPr/>
            <p:nvPr/>
          </p:nvSpPr>
          <p:spPr>
            <a:xfrm>
              <a:off x="2555400" y="2170725"/>
              <a:ext cx="694500" cy="332500"/>
            </a:xfrm>
            <a:custGeom>
              <a:avLst/>
              <a:gdLst/>
              <a:ahLst/>
              <a:cxnLst/>
              <a:rect l="l" t="t" r="r" b="b"/>
              <a:pathLst>
                <a:path w="27780" h="13300" extrusionOk="0">
                  <a:moveTo>
                    <a:pt x="21074" y="0"/>
                  </a:moveTo>
                  <a:lnTo>
                    <a:pt x="1" y="1924"/>
                  </a:lnTo>
                  <a:cubicBezTo>
                    <a:pt x="3646" y="8936"/>
                    <a:pt x="10884" y="13299"/>
                    <a:pt x="18732" y="13299"/>
                  </a:cubicBezTo>
                  <a:cubicBezTo>
                    <a:pt x="19059" y="13299"/>
                    <a:pt x="19387" y="13292"/>
                    <a:pt x="19716" y="13277"/>
                  </a:cubicBezTo>
                  <a:lnTo>
                    <a:pt x="27780" y="12901"/>
                  </a:lnTo>
                  <a:lnTo>
                    <a:pt x="21074" y="0"/>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0"/>
            <p:cNvSpPr/>
            <p:nvPr/>
          </p:nvSpPr>
          <p:spPr>
            <a:xfrm>
              <a:off x="2712825" y="2473500"/>
              <a:ext cx="694475" cy="332500"/>
            </a:xfrm>
            <a:custGeom>
              <a:avLst/>
              <a:gdLst/>
              <a:ahLst/>
              <a:cxnLst/>
              <a:rect l="l" t="t" r="r" b="b"/>
              <a:pathLst>
                <a:path w="27779" h="13300" extrusionOk="0">
                  <a:moveTo>
                    <a:pt x="21072" y="1"/>
                  </a:moveTo>
                  <a:lnTo>
                    <a:pt x="0" y="1924"/>
                  </a:lnTo>
                  <a:cubicBezTo>
                    <a:pt x="3644" y="8936"/>
                    <a:pt x="10882" y="13300"/>
                    <a:pt x="18731" y="13300"/>
                  </a:cubicBezTo>
                  <a:cubicBezTo>
                    <a:pt x="19058" y="13300"/>
                    <a:pt x="19386" y="13292"/>
                    <a:pt x="19714" y="13277"/>
                  </a:cubicBezTo>
                  <a:lnTo>
                    <a:pt x="27778" y="12903"/>
                  </a:lnTo>
                  <a:lnTo>
                    <a:pt x="21072" y="1"/>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0"/>
            <p:cNvSpPr/>
            <p:nvPr/>
          </p:nvSpPr>
          <p:spPr>
            <a:xfrm>
              <a:off x="3029050" y="3016525"/>
              <a:ext cx="596800" cy="352825"/>
            </a:xfrm>
            <a:custGeom>
              <a:avLst/>
              <a:gdLst/>
              <a:ahLst/>
              <a:cxnLst/>
              <a:rect l="l" t="t" r="r" b="b"/>
              <a:pathLst>
                <a:path w="23872" h="14113" extrusionOk="0">
                  <a:moveTo>
                    <a:pt x="19714" y="1"/>
                  </a:moveTo>
                  <a:lnTo>
                    <a:pt x="0" y="10249"/>
                  </a:lnTo>
                  <a:cubicBezTo>
                    <a:pt x="2423" y="12780"/>
                    <a:pt x="5714" y="14113"/>
                    <a:pt x="9052" y="14113"/>
                  </a:cubicBezTo>
                  <a:cubicBezTo>
                    <a:pt x="11016" y="14113"/>
                    <a:pt x="12997" y="13651"/>
                    <a:pt x="14826" y="12700"/>
                  </a:cubicBezTo>
                  <a:lnTo>
                    <a:pt x="23872" y="7999"/>
                  </a:lnTo>
                  <a:lnTo>
                    <a:pt x="19714" y="1"/>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0"/>
            <p:cNvSpPr/>
            <p:nvPr/>
          </p:nvSpPr>
          <p:spPr>
            <a:xfrm>
              <a:off x="3560800" y="2996475"/>
              <a:ext cx="1775175" cy="1111100"/>
            </a:xfrm>
            <a:custGeom>
              <a:avLst/>
              <a:gdLst/>
              <a:ahLst/>
              <a:cxnLst/>
              <a:rect l="l" t="t" r="r" b="b"/>
              <a:pathLst>
                <a:path w="71007" h="44444" extrusionOk="0">
                  <a:moveTo>
                    <a:pt x="65944" y="0"/>
                  </a:moveTo>
                  <a:lnTo>
                    <a:pt x="1" y="34278"/>
                  </a:lnTo>
                  <a:lnTo>
                    <a:pt x="2857" y="39771"/>
                  </a:lnTo>
                  <a:cubicBezTo>
                    <a:pt x="4401" y="42741"/>
                    <a:pt x="7424" y="44443"/>
                    <a:pt x="10556" y="44443"/>
                  </a:cubicBezTo>
                  <a:cubicBezTo>
                    <a:pt x="11903" y="44443"/>
                    <a:pt x="13269" y="44129"/>
                    <a:pt x="14547" y="43465"/>
                  </a:cubicBezTo>
                  <a:lnTo>
                    <a:pt x="65105" y="17184"/>
                  </a:lnTo>
                  <a:cubicBezTo>
                    <a:pt x="69354" y="14976"/>
                    <a:pt x="71007" y="9743"/>
                    <a:pt x="68799" y="5494"/>
                  </a:cubicBezTo>
                  <a:lnTo>
                    <a:pt x="6594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0"/>
            <p:cNvSpPr/>
            <p:nvPr/>
          </p:nvSpPr>
          <p:spPr>
            <a:xfrm>
              <a:off x="2287850" y="547325"/>
              <a:ext cx="2921650" cy="3305875"/>
            </a:xfrm>
            <a:custGeom>
              <a:avLst/>
              <a:gdLst/>
              <a:ahLst/>
              <a:cxnLst/>
              <a:rect l="l" t="t" r="r" b="b"/>
              <a:pathLst>
                <a:path w="116866" h="132235" extrusionOk="0">
                  <a:moveTo>
                    <a:pt x="65940" y="0"/>
                  </a:moveTo>
                  <a:lnTo>
                    <a:pt x="0" y="34282"/>
                  </a:lnTo>
                  <a:lnTo>
                    <a:pt x="50925" y="132234"/>
                  </a:lnTo>
                  <a:lnTo>
                    <a:pt x="116865" y="97951"/>
                  </a:lnTo>
                  <a:lnTo>
                    <a:pt x="659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0"/>
            <p:cNvSpPr/>
            <p:nvPr/>
          </p:nvSpPr>
          <p:spPr>
            <a:xfrm>
              <a:off x="2387300" y="647025"/>
              <a:ext cx="2722650" cy="3107000"/>
            </a:xfrm>
            <a:custGeom>
              <a:avLst/>
              <a:gdLst/>
              <a:ahLst/>
              <a:cxnLst/>
              <a:rect l="l" t="t" r="r" b="b"/>
              <a:pathLst>
                <a:path w="108906" h="124280" extrusionOk="0">
                  <a:moveTo>
                    <a:pt x="60710" y="1"/>
                  </a:moveTo>
                  <a:lnTo>
                    <a:pt x="0" y="31558"/>
                  </a:lnTo>
                  <a:lnTo>
                    <a:pt x="48197" y="124279"/>
                  </a:lnTo>
                  <a:lnTo>
                    <a:pt x="108906" y="92722"/>
                  </a:lnTo>
                  <a:lnTo>
                    <a:pt x="607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0"/>
            <p:cNvSpPr/>
            <p:nvPr/>
          </p:nvSpPr>
          <p:spPr>
            <a:xfrm>
              <a:off x="2187350" y="343625"/>
              <a:ext cx="1749125" cy="1060950"/>
            </a:xfrm>
            <a:custGeom>
              <a:avLst/>
              <a:gdLst/>
              <a:ahLst/>
              <a:cxnLst/>
              <a:rect l="l" t="t" r="r" b="b"/>
              <a:pathLst>
                <a:path w="69965" h="42438" extrusionOk="0">
                  <a:moveTo>
                    <a:pt x="60453" y="0"/>
                  </a:moveTo>
                  <a:cubicBezTo>
                    <a:pt x="59106" y="0"/>
                    <a:pt x="57739" y="315"/>
                    <a:pt x="56461" y="979"/>
                  </a:cubicBezTo>
                  <a:lnTo>
                    <a:pt x="5902" y="27260"/>
                  </a:lnTo>
                  <a:cubicBezTo>
                    <a:pt x="1654" y="29468"/>
                    <a:pt x="0" y="34702"/>
                    <a:pt x="2209" y="38950"/>
                  </a:cubicBezTo>
                  <a:lnTo>
                    <a:pt x="4022" y="42438"/>
                  </a:lnTo>
                  <a:lnTo>
                    <a:pt x="69964" y="8160"/>
                  </a:lnTo>
                  <a:lnTo>
                    <a:pt x="68151" y="4673"/>
                  </a:lnTo>
                  <a:cubicBezTo>
                    <a:pt x="66607" y="1702"/>
                    <a:pt x="63584" y="0"/>
                    <a:pt x="604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0"/>
            <p:cNvSpPr/>
            <p:nvPr/>
          </p:nvSpPr>
          <p:spPr>
            <a:xfrm>
              <a:off x="2891850" y="714450"/>
              <a:ext cx="425150" cy="246050"/>
            </a:xfrm>
            <a:custGeom>
              <a:avLst/>
              <a:gdLst/>
              <a:ahLst/>
              <a:cxnLst/>
              <a:rect l="l" t="t" r="r" b="b"/>
              <a:pathLst>
                <a:path w="17006" h="9842" extrusionOk="0">
                  <a:moveTo>
                    <a:pt x="15603" y="0"/>
                  </a:moveTo>
                  <a:cubicBezTo>
                    <a:pt x="15416" y="0"/>
                    <a:pt x="15226" y="43"/>
                    <a:pt x="15048" y="134"/>
                  </a:cubicBezTo>
                  <a:lnTo>
                    <a:pt x="830" y="7525"/>
                  </a:lnTo>
                  <a:cubicBezTo>
                    <a:pt x="232" y="7840"/>
                    <a:pt x="1" y="8579"/>
                    <a:pt x="313" y="9178"/>
                  </a:cubicBezTo>
                  <a:cubicBezTo>
                    <a:pt x="531" y="9599"/>
                    <a:pt x="960" y="9841"/>
                    <a:pt x="1404" y="9841"/>
                  </a:cubicBezTo>
                  <a:cubicBezTo>
                    <a:pt x="1593" y="9841"/>
                    <a:pt x="1784" y="9798"/>
                    <a:pt x="1963" y="9706"/>
                  </a:cubicBezTo>
                  <a:lnTo>
                    <a:pt x="1963" y="9705"/>
                  </a:lnTo>
                  <a:lnTo>
                    <a:pt x="16182" y="2315"/>
                  </a:lnTo>
                  <a:cubicBezTo>
                    <a:pt x="16777" y="1998"/>
                    <a:pt x="17006" y="1261"/>
                    <a:pt x="16695" y="662"/>
                  </a:cubicBezTo>
                  <a:cubicBezTo>
                    <a:pt x="16476" y="242"/>
                    <a:pt x="16048" y="0"/>
                    <a:pt x="156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0"/>
            <p:cNvSpPr/>
            <p:nvPr/>
          </p:nvSpPr>
          <p:spPr>
            <a:xfrm>
              <a:off x="2792350" y="951775"/>
              <a:ext cx="64725" cy="61475"/>
            </a:xfrm>
            <a:custGeom>
              <a:avLst/>
              <a:gdLst/>
              <a:ahLst/>
              <a:cxnLst/>
              <a:rect l="l" t="t" r="r" b="b"/>
              <a:pathLst>
                <a:path w="2589" h="2459" extrusionOk="0">
                  <a:moveTo>
                    <a:pt x="1322" y="0"/>
                  </a:moveTo>
                  <a:cubicBezTo>
                    <a:pt x="965" y="0"/>
                    <a:pt x="618" y="156"/>
                    <a:pt x="380" y="439"/>
                  </a:cubicBezTo>
                  <a:cubicBezTo>
                    <a:pt x="60" y="820"/>
                    <a:pt x="1" y="1355"/>
                    <a:pt x="231" y="1797"/>
                  </a:cubicBezTo>
                  <a:cubicBezTo>
                    <a:pt x="449" y="2217"/>
                    <a:pt x="878" y="2459"/>
                    <a:pt x="1321" y="2459"/>
                  </a:cubicBezTo>
                  <a:cubicBezTo>
                    <a:pt x="1512" y="2459"/>
                    <a:pt x="1706" y="2414"/>
                    <a:pt x="1887" y="2320"/>
                  </a:cubicBezTo>
                  <a:cubicBezTo>
                    <a:pt x="2328" y="2091"/>
                    <a:pt x="2588" y="1619"/>
                    <a:pt x="2545" y="1123"/>
                  </a:cubicBezTo>
                  <a:cubicBezTo>
                    <a:pt x="2502" y="628"/>
                    <a:pt x="2166" y="208"/>
                    <a:pt x="1691" y="57"/>
                  </a:cubicBezTo>
                  <a:cubicBezTo>
                    <a:pt x="1569" y="19"/>
                    <a:pt x="1445" y="0"/>
                    <a:pt x="13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0"/>
            <p:cNvSpPr/>
            <p:nvPr/>
          </p:nvSpPr>
          <p:spPr>
            <a:xfrm>
              <a:off x="4233575" y="3422800"/>
              <a:ext cx="466300" cy="318325"/>
            </a:xfrm>
            <a:custGeom>
              <a:avLst/>
              <a:gdLst/>
              <a:ahLst/>
              <a:cxnLst/>
              <a:rect l="l" t="t" r="r" b="b"/>
              <a:pathLst>
                <a:path w="18652" h="12733" extrusionOk="0">
                  <a:moveTo>
                    <a:pt x="14382" y="0"/>
                  </a:moveTo>
                  <a:cubicBezTo>
                    <a:pt x="13802" y="0"/>
                    <a:pt x="13212" y="136"/>
                    <a:pt x="12662" y="422"/>
                  </a:cubicBezTo>
                  <a:lnTo>
                    <a:pt x="2544" y="5682"/>
                  </a:lnTo>
                  <a:cubicBezTo>
                    <a:pt x="713" y="6633"/>
                    <a:pt x="1" y="8889"/>
                    <a:pt x="951" y="10720"/>
                  </a:cubicBezTo>
                  <a:cubicBezTo>
                    <a:pt x="1617" y="11999"/>
                    <a:pt x="2920" y="12733"/>
                    <a:pt x="4270" y="12733"/>
                  </a:cubicBezTo>
                  <a:cubicBezTo>
                    <a:pt x="4850" y="12733"/>
                    <a:pt x="5439" y="12597"/>
                    <a:pt x="5989" y="12311"/>
                  </a:cubicBezTo>
                  <a:lnTo>
                    <a:pt x="16107" y="7051"/>
                  </a:lnTo>
                  <a:cubicBezTo>
                    <a:pt x="17938" y="6100"/>
                    <a:pt x="18651" y="3843"/>
                    <a:pt x="17699" y="2014"/>
                  </a:cubicBezTo>
                  <a:cubicBezTo>
                    <a:pt x="17034" y="733"/>
                    <a:pt x="15731" y="0"/>
                    <a:pt x="143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0"/>
            <p:cNvSpPr/>
            <p:nvPr/>
          </p:nvSpPr>
          <p:spPr>
            <a:xfrm>
              <a:off x="4267250" y="3452325"/>
              <a:ext cx="398925" cy="259300"/>
            </a:xfrm>
            <a:custGeom>
              <a:avLst/>
              <a:gdLst/>
              <a:ahLst/>
              <a:cxnLst/>
              <a:rect l="l" t="t" r="r" b="b"/>
              <a:pathLst>
                <a:path w="15957" h="10372" extrusionOk="0">
                  <a:moveTo>
                    <a:pt x="13034" y="0"/>
                  </a:moveTo>
                  <a:cubicBezTo>
                    <a:pt x="12637" y="0"/>
                    <a:pt x="12235" y="93"/>
                    <a:pt x="11859" y="288"/>
                  </a:cubicBezTo>
                  <a:lnTo>
                    <a:pt x="1740" y="5548"/>
                  </a:lnTo>
                  <a:cubicBezTo>
                    <a:pt x="489" y="6197"/>
                    <a:pt x="0" y="7744"/>
                    <a:pt x="651" y="8994"/>
                  </a:cubicBezTo>
                  <a:cubicBezTo>
                    <a:pt x="1106" y="9869"/>
                    <a:pt x="1999" y="10371"/>
                    <a:pt x="2923" y="10371"/>
                  </a:cubicBezTo>
                  <a:cubicBezTo>
                    <a:pt x="3320" y="10371"/>
                    <a:pt x="3722" y="10279"/>
                    <a:pt x="4097" y="10083"/>
                  </a:cubicBezTo>
                  <a:lnTo>
                    <a:pt x="14217" y="4824"/>
                  </a:lnTo>
                  <a:cubicBezTo>
                    <a:pt x="15467" y="4173"/>
                    <a:pt x="15956" y="2628"/>
                    <a:pt x="15306" y="1377"/>
                  </a:cubicBezTo>
                  <a:cubicBezTo>
                    <a:pt x="14850" y="502"/>
                    <a:pt x="13957" y="0"/>
                    <a:pt x="130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0"/>
            <p:cNvSpPr/>
            <p:nvPr/>
          </p:nvSpPr>
          <p:spPr>
            <a:xfrm>
              <a:off x="2987500" y="1043625"/>
              <a:ext cx="703525" cy="454950"/>
            </a:xfrm>
            <a:custGeom>
              <a:avLst/>
              <a:gdLst/>
              <a:ahLst/>
              <a:cxnLst/>
              <a:rect l="l" t="t" r="r" b="b"/>
              <a:pathLst>
                <a:path w="28141" h="18198" extrusionOk="0">
                  <a:moveTo>
                    <a:pt x="24100" y="0"/>
                  </a:moveTo>
                  <a:cubicBezTo>
                    <a:pt x="23688" y="0"/>
                    <a:pt x="23269" y="97"/>
                    <a:pt x="22877" y="300"/>
                  </a:cubicBezTo>
                  <a:lnTo>
                    <a:pt x="1809" y="11251"/>
                  </a:lnTo>
                  <a:cubicBezTo>
                    <a:pt x="508" y="11928"/>
                    <a:pt x="1" y="13532"/>
                    <a:pt x="678" y="14834"/>
                  </a:cubicBezTo>
                  <a:lnTo>
                    <a:pt x="1683" y="16766"/>
                  </a:lnTo>
                  <a:cubicBezTo>
                    <a:pt x="2155" y="17676"/>
                    <a:pt x="3081" y="18197"/>
                    <a:pt x="4041" y="18197"/>
                  </a:cubicBezTo>
                  <a:cubicBezTo>
                    <a:pt x="4454" y="18197"/>
                    <a:pt x="4872" y="18101"/>
                    <a:pt x="5264" y="17897"/>
                  </a:cubicBezTo>
                  <a:lnTo>
                    <a:pt x="26332" y="6947"/>
                  </a:lnTo>
                  <a:cubicBezTo>
                    <a:pt x="27633" y="6270"/>
                    <a:pt x="28141" y="4667"/>
                    <a:pt x="27463" y="3364"/>
                  </a:cubicBezTo>
                  <a:lnTo>
                    <a:pt x="26460" y="1432"/>
                  </a:lnTo>
                  <a:cubicBezTo>
                    <a:pt x="25987" y="521"/>
                    <a:pt x="25060" y="0"/>
                    <a:pt x="241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0"/>
            <p:cNvSpPr/>
            <p:nvPr/>
          </p:nvSpPr>
          <p:spPr>
            <a:xfrm>
              <a:off x="3098975" y="1119800"/>
              <a:ext cx="931950" cy="511425"/>
            </a:xfrm>
            <a:custGeom>
              <a:avLst/>
              <a:gdLst/>
              <a:ahLst/>
              <a:cxnLst/>
              <a:rect l="l" t="t" r="r" b="b"/>
              <a:pathLst>
                <a:path w="37278" h="20457" extrusionOk="0">
                  <a:moveTo>
                    <a:pt x="35759" y="1"/>
                  </a:moveTo>
                  <a:cubicBezTo>
                    <a:pt x="35553" y="1"/>
                    <a:pt x="35343" y="49"/>
                    <a:pt x="35147" y="151"/>
                  </a:cubicBezTo>
                  <a:lnTo>
                    <a:pt x="916" y="17944"/>
                  </a:lnTo>
                  <a:cubicBezTo>
                    <a:pt x="259" y="18279"/>
                    <a:pt x="0" y="19086"/>
                    <a:pt x="341" y="19740"/>
                  </a:cubicBezTo>
                  <a:cubicBezTo>
                    <a:pt x="578" y="20196"/>
                    <a:pt x="1041" y="20456"/>
                    <a:pt x="1520" y="20456"/>
                  </a:cubicBezTo>
                  <a:cubicBezTo>
                    <a:pt x="1730" y="20456"/>
                    <a:pt x="1943" y="20407"/>
                    <a:pt x="2141" y="20301"/>
                  </a:cubicBezTo>
                  <a:lnTo>
                    <a:pt x="36373" y="2509"/>
                  </a:lnTo>
                  <a:cubicBezTo>
                    <a:pt x="37023" y="2170"/>
                    <a:pt x="37277" y="1368"/>
                    <a:pt x="36939" y="717"/>
                  </a:cubicBezTo>
                  <a:cubicBezTo>
                    <a:pt x="36702" y="262"/>
                    <a:pt x="36239" y="1"/>
                    <a:pt x="35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0"/>
            <p:cNvSpPr/>
            <p:nvPr/>
          </p:nvSpPr>
          <p:spPr>
            <a:xfrm>
              <a:off x="2620925" y="1463425"/>
              <a:ext cx="369575" cy="323675"/>
            </a:xfrm>
            <a:custGeom>
              <a:avLst/>
              <a:gdLst/>
              <a:ahLst/>
              <a:cxnLst/>
              <a:rect l="l" t="t" r="r" b="b"/>
              <a:pathLst>
                <a:path w="14783" h="12947" extrusionOk="0">
                  <a:moveTo>
                    <a:pt x="7387" y="1"/>
                  </a:moveTo>
                  <a:cubicBezTo>
                    <a:pt x="6381" y="1"/>
                    <a:pt x="5360" y="236"/>
                    <a:pt x="4406" y="732"/>
                  </a:cubicBezTo>
                  <a:cubicBezTo>
                    <a:pt x="1236" y="2380"/>
                    <a:pt x="1" y="6287"/>
                    <a:pt x="1649" y="9458"/>
                  </a:cubicBezTo>
                  <a:cubicBezTo>
                    <a:pt x="2802" y="11676"/>
                    <a:pt x="5059" y="12946"/>
                    <a:pt x="7397" y="12946"/>
                  </a:cubicBezTo>
                  <a:cubicBezTo>
                    <a:pt x="8403" y="12946"/>
                    <a:pt x="9423" y="12711"/>
                    <a:pt x="10377" y="12216"/>
                  </a:cubicBezTo>
                  <a:cubicBezTo>
                    <a:pt x="13547" y="10567"/>
                    <a:pt x="14782" y="6660"/>
                    <a:pt x="13133" y="3488"/>
                  </a:cubicBezTo>
                  <a:cubicBezTo>
                    <a:pt x="11981" y="1271"/>
                    <a:pt x="9724" y="1"/>
                    <a:pt x="73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0"/>
            <p:cNvSpPr/>
            <p:nvPr/>
          </p:nvSpPr>
          <p:spPr>
            <a:xfrm>
              <a:off x="2817025" y="1674850"/>
              <a:ext cx="942525" cy="941950"/>
            </a:xfrm>
            <a:custGeom>
              <a:avLst/>
              <a:gdLst/>
              <a:ahLst/>
              <a:cxnLst/>
              <a:rect l="l" t="t" r="r" b="b"/>
              <a:pathLst>
                <a:path w="37701" h="37678" extrusionOk="0">
                  <a:moveTo>
                    <a:pt x="24777" y="0"/>
                  </a:moveTo>
                  <a:cubicBezTo>
                    <a:pt x="24765" y="0"/>
                    <a:pt x="24754" y="3"/>
                    <a:pt x="24743" y="9"/>
                  </a:cubicBezTo>
                  <a:lnTo>
                    <a:pt x="52" y="12846"/>
                  </a:lnTo>
                  <a:cubicBezTo>
                    <a:pt x="15" y="12865"/>
                    <a:pt x="0" y="12909"/>
                    <a:pt x="20" y="12947"/>
                  </a:cubicBezTo>
                  <a:lnTo>
                    <a:pt x="12856" y="37637"/>
                  </a:lnTo>
                  <a:cubicBezTo>
                    <a:pt x="12870" y="37663"/>
                    <a:pt x="12896" y="37677"/>
                    <a:pt x="12923" y="37677"/>
                  </a:cubicBezTo>
                  <a:cubicBezTo>
                    <a:pt x="12935" y="37677"/>
                    <a:pt x="12947" y="37675"/>
                    <a:pt x="12958" y="37669"/>
                  </a:cubicBezTo>
                  <a:lnTo>
                    <a:pt x="37648" y="24833"/>
                  </a:lnTo>
                  <a:cubicBezTo>
                    <a:pt x="37686" y="24814"/>
                    <a:pt x="37700" y="24768"/>
                    <a:pt x="37681" y="24731"/>
                  </a:cubicBezTo>
                  <a:lnTo>
                    <a:pt x="24844" y="41"/>
                  </a:lnTo>
                  <a:cubicBezTo>
                    <a:pt x="24831" y="15"/>
                    <a:pt x="24804" y="0"/>
                    <a:pt x="247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0"/>
            <p:cNvSpPr/>
            <p:nvPr/>
          </p:nvSpPr>
          <p:spPr>
            <a:xfrm>
              <a:off x="3497325" y="1321150"/>
              <a:ext cx="942525" cy="941975"/>
            </a:xfrm>
            <a:custGeom>
              <a:avLst/>
              <a:gdLst/>
              <a:ahLst/>
              <a:cxnLst/>
              <a:rect l="l" t="t" r="r" b="b"/>
              <a:pathLst>
                <a:path w="37701" h="37679" extrusionOk="0">
                  <a:moveTo>
                    <a:pt x="24777" y="1"/>
                  </a:moveTo>
                  <a:cubicBezTo>
                    <a:pt x="24765" y="1"/>
                    <a:pt x="24754" y="4"/>
                    <a:pt x="24743" y="9"/>
                  </a:cubicBezTo>
                  <a:lnTo>
                    <a:pt x="52" y="12846"/>
                  </a:lnTo>
                  <a:cubicBezTo>
                    <a:pt x="15" y="12865"/>
                    <a:pt x="0" y="12911"/>
                    <a:pt x="20" y="12949"/>
                  </a:cubicBezTo>
                  <a:lnTo>
                    <a:pt x="12856" y="37638"/>
                  </a:lnTo>
                  <a:cubicBezTo>
                    <a:pt x="12870" y="37664"/>
                    <a:pt x="12896" y="37679"/>
                    <a:pt x="12923" y="37679"/>
                  </a:cubicBezTo>
                  <a:cubicBezTo>
                    <a:pt x="12935" y="37679"/>
                    <a:pt x="12947" y="37676"/>
                    <a:pt x="12958" y="37670"/>
                  </a:cubicBezTo>
                  <a:lnTo>
                    <a:pt x="37648" y="24834"/>
                  </a:lnTo>
                  <a:cubicBezTo>
                    <a:pt x="37686" y="24814"/>
                    <a:pt x="37700" y="24770"/>
                    <a:pt x="37681" y="24732"/>
                  </a:cubicBezTo>
                  <a:lnTo>
                    <a:pt x="24844" y="42"/>
                  </a:lnTo>
                  <a:cubicBezTo>
                    <a:pt x="24831" y="16"/>
                    <a:pt x="24804" y="1"/>
                    <a:pt x="247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0"/>
            <p:cNvSpPr/>
            <p:nvPr/>
          </p:nvSpPr>
          <p:spPr>
            <a:xfrm>
              <a:off x="3188400" y="2361350"/>
              <a:ext cx="942475" cy="941975"/>
            </a:xfrm>
            <a:custGeom>
              <a:avLst/>
              <a:gdLst/>
              <a:ahLst/>
              <a:cxnLst/>
              <a:rect l="l" t="t" r="r" b="b"/>
              <a:pathLst>
                <a:path w="37699" h="37679" extrusionOk="0">
                  <a:moveTo>
                    <a:pt x="24776" y="0"/>
                  </a:moveTo>
                  <a:cubicBezTo>
                    <a:pt x="24764" y="0"/>
                    <a:pt x="24752" y="3"/>
                    <a:pt x="24741" y="9"/>
                  </a:cubicBezTo>
                  <a:lnTo>
                    <a:pt x="51" y="12846"/>
                  </a:lnTo>
                  <a:cubicBezTo>
                    <a:pt x="14" y="12865"/>
                    <a:pt x="0" y="12911"/>
                    <a:pt x="19" y="12947"/>
                  </a:cubicBezTo>
                  <a:lnTo>
                    <a:pt x="12856" y="37638"/>
                  </a:lnTo>
                  <a:cubicBezTo>
                    <a:pt x="12870" y="37664"/>
                    <a:pt x="12895" y="37679"/>
                    <a:pt x="12923" y="37679"/>
                  </a:cubicBezTo>
                  <a:cubicBezTo>
                    <a:pt x="12934" y="37679"/>
                    <a:pt x="12946" y="37676"/>
                    <a:pt x="12957" y="37670"/>
                  </a:cubicBezTo>
                  <a:lnTo>
                    <a:pt x="37648" y="24833"/>
                  </a:lnTo>
                  <a:cubicBezTo>
                    <a:pt x="37684" y="24814"/>
                    <a:pt x="37699" y="24768"/>
                    <a:pt x="37679" y="24732"/>
                  </a:cubicBezTo>
                  <a:lnTo>
                    <a:pt x="24842" y="41"/>
                  </a:lnTo>
                  <a:cubicBezTo>
                    <a:pt x="24829" y="15"/>
                    <a:pt x="24803" y="0"/>
                    <a:pt x="247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0"/>
            <p:cNvSpPr/>
            <p:nvPr/>
          </p:nvSpPr>
          <p:spPr>
            <a:xfrm>
              <a:off x="3868675" y="2007675"/>
              <a:ext cx="942500" cy="941975"/>
            </a:xfrm>
            <a:custGeom>
              <a:avLst/>
              <a:gdLst/>
              <a:ahLst/>
              <a:cxnLst/>
              <a:rect l="l" t="t" r="r" b="b"/>
              <a:pathLst>
                <a:path w="37700" h="37679" extrusionOk="0">
                  <a:moveTo>
                    <a:pt x="24778" y="1"/>
                  </a:moveTo>
                  <a:cubicBezTo>
                    <a:pt x="24766" y="1"/>
                    <a:pt x="24754" y="4"/>
                    <a:pt x="24742" y="10"/>
                  </a:cubicBezTo>
                  <a:lnTo>
                    <a:pt x="52" y="12845"/>
                  </a:lnTo>
                  <a:cubicBezTo>
                    <a:pt x="15" y="12865"/>
                    <a:pt x="1" y="12910"/>
                    <a:pt x="20" y="12948"/>
                  </a:cubicBezTo>
                  <a:lnTo>
                    <a:pt x="12857" y="37637"/>
                  </a:lnTo>
                  <a:cubicBezTo>
                    <a:pt x="12871" y="37663"/>
                    <a:pt x="12896" y="37678"/>
                    <a:pt x="12924" y="37678"/>
                  </a:cubicBezTo>
                  <a:cubicBezTo>
                    <a:pt x="12935" y="37678"/>
                    <a:pt x="12947" y="37675"/>
                    <a:pt x="12958" y="37670"/>
                  </a:cubicBezTo>
                  <a:lnTo>
                    <a:pt x="37649" y="24833"/>
                  </a:lnTo>
                  <a:cubicBezTo>
                    <a:pt x="37685" y="24814"/>
                    <a:pt x="37699" y="24769"/>
                    <a:pt x="37680" y="24732"/>
                  </a:cubicBezTo>
                  <a:lnTo>
                    <a:pt x="24843" y="41"/>
                  </a:lnTo>
                  <a:cubicBezTo>
                    <a:pt x="24830" y="15"/>
                    <a:pt x="24805" y="1"/>
                    <a:pt x="247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0"/>
            <p:cNvSpPr/>
            <p:nvPr/>
          </p:nvSpPr>
          <p:spPr>
            <a:xfrm>
              <a:off x="4203375" y="2307875"/>
              <a:ext cx="449575" cy="374100"/>
            </a:xfrm>
            <a:custGeom>
              <a:avLst/>
              <a:gdLst/>
              <a:ahLst/>
              <a:cxnLst/>
              <a:rect l="l" t="t" r="r" b="b"/>
              <a:pathLst>
                <a:path w="17983" h="14964" extrusionOk="0">
                  <a:moveTo>
                    <a:pt x="9611" y="0"/>
                  </a:moveTo>
                  <a:cubicBezTo>
                    <a:pt x="8286" y="0"/>
                    <a:pt x="6971" y="318"/>
                    <a:pt x="5761" y="946"/>
                  </a:cubicBezTo>
                  <a:lnTo>
                    <a:pt x="5554" y="1054"/>
                  </a:lnTo>
                  <a:cubicBezTo>
                    <a:pt x="1563" y="3124"/>
                    <a:pt x="0" y="8053"/>
                    <a:pt x="2070" y="12043"/>
                  </a:cubicBezTo>
                  <a:lnTo>
                    <a:pt x="3583" y="14963"/>
                  </a:lnTo>
                  <a:lnTo>
                    <a:pt x="15890" y="8929"/>
                  </a:lnTo>
                  <a:lnTo>
                    <a:pt x="15902" y="8923"/>
                  </a:lnTo>
                  <a:cubicBezTo>
                    <a:pt x="17397" y="8147"/>
                    <a:pt x="17982" y="6299"/>
                    <a:pt x="17208" y="4804"/>
                  </a:cubicBezTo>
                  <a:lnTo>
                    <a:pt x="17065" y="4531"/>
                  </a:lnTo>
                  <a:cubicBezTo>
                    <a:pt x="16034" y="2542"/>
                    <a:pt x="14290" y="1073"/>
                    <a:pt x="12155" y="396"/>
                  </a:cubicBezTo>
                  <a:cubicBezTo>
                    <a:pt x="11320" y="131"/>
                    <a:pt x="10463" y="0"/>
                    <a:pt x="96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0"/>
            <p:cNvSpPr/>
            <p:nvPr/>
          </p:nvSpPr>
          <p:spPr>
            <a:xfrm>
              <a:off x="4159575" y="2310500"/>
              <a:ext cx="424350" cy="376200"/>
            </a:xfrm>
            <a:custGeom>
              <a:avLst/>
              <a:gdLst/>
              <a:ahLst/>
              <a:cxnLst/>
              <a:rect l="l" t="t" r="r" b="b"/>
              <a:pathLst>
                <a:path w="16974" h="15048" extrusionOk="0">
                  <a:moveTo>
                    <a:pt x="10297" y="1"/>
                  </a:moveTo>
                  <a:cubicBezTo>
                    <a:pt x="9799" y="1"/>
                    <a:pt x="9302" y="74"/>
                    <a:pt x="8815" y="146"/>
                  </a:cubicBezTo>
                  <a:cubicBezTo>
                    <a:pt x="8541" y="185"/>
                    <a:pt x="8280" y="224"/>
                    <a:pt x="8024" y="248"/>
                  </a:cubicBezTo>
                  <a:cubicBezTo>
                    <a:pt x="7778" y="272"/>
                    <a:pt x="7521" y="283"/>
                    <a:pt x="7252" y="295"/>
                  </a:cubicBezTo>
                  <a:cubicBezTo>
                    <a:pt x="6441" y="329"/>
                    <a:pt x="5523" y="367"/>
                    <a:pt x="4687" y="801"/>
                  </a:cubicBezTo>
                  <a:cubicBezTo>
                    <a:pt x="3851" y="1235"/>
                    <a:pt x="3291" y="1962"/>
                    <a:pt x="2796" y="2604"/>
                  </a:cubicBezTo>
                  <a:cubicBezTo>
                    <a:pt x="2629" y="2820"/>
                    <a:pt x="2474" y="3022"/>
                    <a:pt x="2312" y="3210"/>
                  </a:cubicBezTo>
                  <a:cubicBezTo>
                    <a:pt x="2144" y="3405"/>
                    <a:pt x="1963" y="3596"/>
                    <a:pt x="1773" y="3797"/>
                  </a:cubicBezTo>
                  <a:cubicBezTo>
                    <a:pt x="1183" y="4419"/>
                    <a:pt x="572" y="5062"/>
                    <a:pt x="286" y="5913"/>
                  </a:cubicBezTo>
                  <a:cubicBezTo>
                    <a:pt x="1" y="6769"/>
                    <a:pt x="109" y="7630"/>
                    <a:pt x="214" y="8463"/>
                  </a:cubicBezTo>
                  <a:cubicBezTo>
                    <a:pt x="248" y="8731"/>
                    <a:pt x="280" y="8984"/>
                    <a:pt x="298" y="9235"/>
                  </a:cubicBezTo>
                  <a:cubicBezTo>
                    <a:pt x="316" y="9476"/>
                    <a:pt x="320" y="9725"/>
                    <a:pt x="325" y="9990"/>
                  </a:cubicBezTo>
                  <a:cubicBezTo>
                    <a:pt x="339" y="10790"/>
                    <a:pt x="355" y="11697"/>
                    <a:pt x="780" y="12516"/>
                  </a:cubicBezTo>
                  <a:cubicBezTo>
                    <a:pt x="1204" y="13337"/>
                    <a:pt x="1937" y="13871"/>
                    <a:pt x="2582" y="14344"/>
                  </a:cubicBezTo>
                  <a:cubicBezTo>
                    <a:pt x="2797" y="14500"/>
                    <a:pt x="2999" y="14648"/>
                    <a:pt x="3185" y="14800"/>
                  </a:cubicBezTo>
                  <a:lnTo>
                    <a:pt x="3486" y="15047"/>
                  </a:lnTo>
                  <a:lnTo>
                    <a:pt x="16920" y="8081"/>
                  </a:lnTo>
                  <a:cubicBezTo>
                    <a:pt x="16920" y="8081"/>
                    <a:pt x="16973" y="7148"/>
                    <a:pt x="16968" y="6883"/>
                  </a:cubicBezTo>
                  <a:cubicBezTo>
                    <a:pt x="16955" y="6083"/>
                    <a:pt x="16938" y="5177"/>
                    <a:pt x="16514" y="4357"/>
                  </a:cubicBezTo>
                  <a:cubicBezTo>
                    <a:pt x="16089" y="3538"/>
                    <a:pt x="15357" y="3002"/>
                    <a:pt x="14711" y="2531"/>
                  </a:cubicBezTo>
                  <a:cubicBezTo>
                    <a:pt x="14496" y="2374"/>
                    <a:pt x="14294" y="2226"/>
                    <a:pt x="14108" y="2073"/>
                  </a:cubicBezTo>
                  <a:cubicBezTo>
                    <a:pt x="13915" y="1914"/>
                    <a:pt x="13725" y="1742"/>
                    <a:pt x="13525" y="1559"/>
                  </a:cubicBezTo>
                  <a:cubicBezTo>
                    <a:pt x="12905" y="994"/>
                    <a:pt x="12264" y="408"/>
                    <a:pt x="11400" y="150"/>
                  </a:cubicBezTo>
                  <a:cubicBezTo>
                    <a:pt x="11034" y="41"/>
                    <a:pt x="10665" y="1"/>
                    <a:pt x="102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0"/>
            <p:cNvSpPr/>
            <p:nvPr/>
          </p:nvSpPr>
          <p:spPr>
            <a:xfrm>
              <a:off x="4276725" y="2310500"/>
              <a:ext cx="307200" cy="288425"/>
            </a:xfrm>
            <a:custGeom>
              <a:avLst/>
              <a:gdLst/>
              <a:ahLst/>
              <a:cxnLst/>
              <a:rect l="l" t="t" r="r" b="b"/>
              <a:pathLst>
                <a:path w="12288" h="11537" extrusionOk="0">
                  <a:moveTo>
                    <a:pt x="5611" y="1"/>
                  </a:moveTo>
                  <a:cubicBezTo>
                    <a:pt x="5113" y="1"/>
                    <a:pt x="4616" y="74"/>
                    <a:pt x="4129" y="146"/>
                  </a:cubicBezTo>
                  <a:cubicBezTo>
                    <a:pt x="3855" y="185"/>
                    <a:pt x="3594" y="224"/>
                    <a:pt x="3338" y="248"/>
                  </a:cubicBezTo>
                  <a:cubicBezTo>
                    <a:pt x="3092" y="272"/>
                    <a:pt x="2835" y="283"/>
                    <a:pt x="2566" y="295"/>
                  </a:cubicBezTo>
                  <a:cubicBezTo>
                    <a:pt x="1755" y="329"/>
                    <a:pt x="837" y="367"/>
                    <a:pt x="1" y="801"/>
                  </a:cubicBezTo>
                  <a:lnTo>
                    <a:pt x="5569" y="11537"/>
                  </a:lnTo>
                  <a:lnTo>
                    <a:pt x="12233" y="8081"/>
                  </a:lnTo>
                  <a:cubicBezTo>
                    <a:pt x="12233" y="8081"/>
                    <a:pt x="12287" y="7148"/>
                    <a:pt x="12282" y="6883"/>
                  </a:cubicBezTo>
                  <a:cubicBezTo>
                    <a:pt x="12268" y="6083"/>
                    <a:pt x="12252" y="5177"/>
                    <a:pt x="11827" y="4357"/>
                  </a:cubicBezTo>
                  <a:cubicBezTo>
                    <a:pt x="11403" y="3537"/>
                    <a:pt x="10671" y="3002"/>
                    <a:pt x="10025" y="2531"/>
                  </a:cubicBezTo>
                  <a:cubicBezTo>
                    <a:pt x="9810" y="2374"/>
                    <a:pt x="9608" y="2226"/>
                    <a:pt x="9422" y="2073"/>
                  </a:cubicBezTo>
                  <a:cubicBezTo>
                    <a:pt x="9229" y="1914"/>
                    <a:pt x="9039" y="1742"/>
                    <a:pt x="8839" y="1559"/>
                  </a:cubicBezTo>
                  <a:cubicBezTo>
                    <a:pt x="8219" y="994"/>
                    <a:pt x="7578" y="408"/>
                    <a:pt x="6714" y="150"/>
                  </a:cubicBezTo>
                  <a:cubicBezTo>
                    <a:pt x="6348" y="41"/>
                    <a:pt x="5979" y="1"/>
                    <a:pt x="56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0"/>
            <p:cNvSpPr/>
            <p:nvPr/>
          </p:nvSpPr>
          <p:spPr>
            <a:xfrm>
              <a:off x="4144275" y="2373975"/>
              <a:ext cx="449975" cy="353475"/>
            </a:xfrm>
            <a:custGeom>
              <a:avLst/>
              <a:gdLst/>
              <a:ahLst/>
              <a:cxnLst/>
              <a:rect l="l" t="t" r="r" b="b"/>
              <a:pathLst>
                <a:path w="17999" h="14139" extrusionOk="0">
                  <a:moveTo>
                    <a:pt x="9559" y="1"/>
                  </a:moveTo>
                  <a:cubicBezTo>
                    <a:pt x="8261" y="1"/>
                    <a:pt x="6943" y="303"/>
                    <a:pt x="5713" y="941"/>
                  </a:cubicBezTo>
                  <a:cubicBezTo>
                    <a:pt x="1608" y="3070"/>
                    <a:pt x="1" y="8141"/>
                    <a:pt x="2129" y="12246"/>
                  </a:cubicBezTo>
                  <a:lnTo>
                    <a:pt x="3110" y="14138"/>
                  </a:lnTo>
                  <a:lnTo>
                    <a:pt x="17998" y="6416"/>
                  </a:lnTo>
                  <a:lnTo>
                    <a:pt x="17017" y="4525"/>
                  </a:lnTo>
                  <a:cubicBezTo>
                    <a:pt x="15527" y="1651"/>
                    <a:pt x="12593" y="1"/>
                    <a:pt x="95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0"/>
            <p:cNvSpPr/>
            <p:nvPr/>
          </p:nvSpPr>
          <p:spPr>
            <a:xfrm>
              <a:off x="4287100" y="2374000"/>
              <a:ext cx="307150" cy="256925"/>
            </a:xfrm>
            <a:custGeom>
              <a:avLst/>
              <a:gdLst/>
              <a:ahLst/>
              <a:cxnLst/>
              <a:rect l="l" t="t" r="r" b="b"/>
              <a:pathLst>
                <a:path w="12286" h="10277" extrusionOk="0">
                  <a:moveTo>
                    <a:pt x="3846" y="0"/>
                  </a:moveTo>
                  <a:cubicBezTo>
                    <a:pt x="2548" y="0"/>
                    <a:pt x="1231" y="302"/>
                    <a:pt x="0" y="940"/>
                  </a:cubicBezTo>
                  <a:lnTo>
                    <a:pt x="4842" y="10276"/>
                  </a:lnTo>
                  <a:lnTo>
                    <a:pt x="12285" y="6416"/>
                  </a:lnTo>
                  <a:lnTo>
                    <a:pt x="11305" y="4525"/>
                  </a:lnTo>
                  <a:cubicBezTo>
                    <a:pt x="9814" y="1650"/>
                    <a:pt x="6881" y="0"/>
                    <a:pt x="38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0"/>
            <p:cNvSpPr/>
            <p:nvPr/>
          </p:nvSpPr>
          <p:spPr>
            <a:xfrm>
              <a:off x="4269125" y="2554275"/>
              <a:ext cx="39775" cy="39775"/>
            </a:xfrm>
            <a:custGeom>
              <a:avLst/>
              <a:gdLst/>
              <a:ahLst/>
              <a:cxnLst/>
              <a:rect l="l" t="t" r="r" b="b"/>
              <a:pathLst>
                <a:path w="1591" h="1591" extrusionOk="0">
                  <a:moveTo>
                    <a:pt x="1047" y="1"/>
                  </a:moveTo>
                  <a:lnTo>
                    <a:pt x="0" y="543"/>
                  </a:lnTo>
                  <a:lnTo>
                    <a:pt x="543" y="1591"/>
                  </a:lnTo>
                  <a:lnTo>
                    <a:pt x="1590" y="1047"/>
                  </a:lnTo>
                  <a:lnTo>
                    <a:pt x="10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0"/>
            <p:cNvSpPr/>
            <p:nvPr/>
          </p:nvSpPr>
          <p:spPr>
            <a:xfrm>
              <a:off x="4410450" y="2480975"/>
              <a:ext cx="39775" cy="39775"/>
            </a:xfrm>
            <a:custGeom>
              <a:avLst/>
              <a:gdLst/>
              <a:ahLst/>
              <a:cxnLst/>
              <a:rect l="l" t="t" r="r" b="b"/>
              <a:pathLst>
                <a:path w="1591" h="1591" extrusionOk="0">
                  <a:moveTo>
                    <a:pt x="1047" y="0"/>
                  </a:moveTo>
                  <a:lnTo>
                    <a:pt x="1" y="544"/>
                  </a:lnTo>
                  <a:lnTo>
                    <a:pt x="544" y="1591"/>
                  </a:lnTo>
                  <a:lnTo>
                    <a:pt x="1591"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0"/>
            <p:cNvSpPr/>
            <p:nvPr/>
          </p:nvSpPr>
          <p:spPr>
            <a:xfrm>
              <a:off x="4315650" y="2471100"/>
              <a:ext cx="39775" cy="39775"/>
            </a:xfrm>
            <a:custGeom>
              <a:avLst/>
              <a:gdLst/>
              <a:ahLst/>
              <a:cxnLst/>
              <a:rect l="l" t="t" r="r" b="b"/>
              <a:pathLst>
                <a:path w="1591" h="1591" extrusionOk="0">
                  <a:moveTo>
                    <a:pt x="1048" y="0"/>
                  </a:moveTo>
                  <a:lnTo>
                    <a:pt x="0" y="544"/>
                  </a:lnTo>
                  <a:lnTo>
                    <a:pt x="544" y="1590"/>
                  </a:lnTo>
                  <a:lnTo>
                    <a:pt x="1590" y="1047"/>
                  </a:lnTo>
                  <a:lnTo>
                    <a:pt x="10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0"/>
            <p:cNvSpPr/>
            <p:nvPr/>
          </p:nvSpPr>
          <p:spPr>
            <a:xfrm>
              <a:off x="4328750" y="2471100"/>
              <a:ext cx="26675" cy="32975"/>
            </a:xfrm>
            <a:custGeom>
              <a:avLst/>
              <a:gdLst/>
              <a:ahLst/>
              <a:cxnLst/>
              <a:rect l="l" t="t" r="r" b="b"/>
              <a:pathLst>
                <a:path w="1067" h="1319" extrusionOk="0">
                  <a:moveTo>
                    <a:pt x="523" y="0"/>
                  </a:moveTo>
                  <a:lnTo>
                    <a:pt x="0" y="271"/>
                  </a:lnTo>
                  <a:lnTo>
                    <a:pt x="544" y="1318"/>
                  </a:lnTo>
                  <a:lnTo>
                    <a:pt x="1066" y="1047"/>
                  </a:lnTo>
                  <a:lnTo>
                    <a:pt x="5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0"/>
            <p:cNvSpPr/>
            <p:nvPr/>
          </p:nvSpPr>
          <p:spPr>
            <a:xfrm>
              <a:off x="3823525" y="1789950"/>
              <a:ext cx="408300" cy="276175"/>
            </a:xfrm>
            <a:custGeom>
              <a:avLst/>
              <a:gdLst/>
              <a:ahLst/>
              <a:cxnLst/>
              <a:rect l="l" t="t" r="r" b="b"/>
              <a:pathLst>
                <a:path w="16332" h="11047" extrusionOk="0">
                  <a:moveTo>
                    <a:pt x="14504" y="1"/>
                  </a:moveTo>
                  <a:lnTo>
                    <a:pt x="0" y="7521"/>
                  </a:lnTo>
                  <a:lnTo>
                    <a:pt x="1829" y="11046"/>
                  </a:lnTo>
                  <a:lnTo>
                    <a:pt x="16332" y="3525"/>
                  </a:lnTo>
                  <a:lnTo>
                    <a:pt x="145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0"/>
            <p:cNvSpPr/>
            <p:nvPr/>
          </p:nvSpPr>
          <p:spPr>
            <a:xfrm>
              <a:off x="4004825" y="1789950"/>
              <a:ext cx="227000" cy="182175"/>
            </a:xfrm>
            <a:custGeom>
              <a:avLst/>
              <a:gdLst/>
              <a:ahLst/>
              <a:cxnLst/>
              <a:rect l="l" t="t" r="r" b="b"/>
              <a:pathLst>
                <a:path w="9080" h="7287" extrusionOk="0">
                  <a:moveTo>
                    <a:pt x="7251" y="1"/>
                  </a:moveTo>
                  <a:lnTo>
                    <a:pt x="0" y="3760"/>
                  </a:lnTo>
                  <a:lnTo>
                    <a:pt x="1827" y="7286"/>
                  </a:lnTo>
                  <a:lnTo>
                    <a:pt x="9080" y="3525"/>
                  </a:lnTo>
                  <a:lnTo>
                    <a:pt x="72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0"/>
            <p:cNvSpPr/>
            <p:nvPr/>
          </p:nvSpPr>
          <p:spPr>
            <a:xfrm>
              <a:off x="3719800" y="1578750"/>
              <a:ext cx="448575" cy="366000"/>
            </a:xfrm>
            <a:custGeom>
              <a:avLst/>
              <a:gdLst/>
              <a:ahLst/>
              <a:cxnLst/>
              <a:rect l="l" t="t" r="r" b="b"/>
              <a:pathLst>
                <a:path w="17943" h="14640" extrusionOk="0">
                  <a:moveTo>
                    <a:pt x="9277" y="1"/>
                  </a:moveTo>
                  <a:cubicBezTo>
                    <a:pt x="8016" y="1"/>
                    <a:pt x="6738" y="294"/>
                    <a:pt x="5544" y="913"/>
                  </a:cubicBezTo>
                  <a:cubicBezTo>
                    <a:pt x="1560" y="2978"/>
                    <a:pt x="0" y="7900"/>
                    <a:pt x="2065" y="11883"/>
                  </a:cubicBezTo>
                  <a:lnTo>
                    <a:pt x="3495" y="14639"/>
                  </a:lnTo>
                  <a:lnTo>
                    <a:pt x="17942" y="7148"/>
                  </a:lnTo>
                  <a:lnTo>
                    <a:pt x="16512" y="4390"/>
                  </a:lnTo>
                  <a:cubicBezTo>
                    <a:pt x="15067" y="1601"/>
                    <a:pt x="12220" y="1"/>
                    <a:pt x="92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0"/>
            <p:cNvSpPr/>
            <p:nvPr/>
          </p:nvSpPr>
          <p:spPr>
            <a:xfrm>
              <a:off x="3858375" y="1578750"/>
              <a:ext cx="310025" cy="272350"/>
            </a:xfrm>
            <a:custGeom>
              <a:avLst/>
              <a:gdLst/>
              <a:ahLst/>
              <a:cxnLst/>
              <a:rect l="l" t="t" r="r" b="b"/>
              <a:pathLst>
                <a:path w="12401" h="10894" extrusionOk="0">
                  <a:moveTo>
                    <a:pt x="3734" y="1"/>
                  </a:moveTo>
                  <a:cubicBezTo>
                    <a:pt x="2473" y="1"/>
                    <a:pt x="1195" y="294"/>
                    <a:pt x="1" y="913"/>
                  </a:cubicBezTo>
                  <a:lnTo>
                    <a:pt x="5176" y="10894"/>
                  </a:lnTo>
                  <a:lnTo>
                    <a:pt x="12401" y="7148"/>
                  </a:lnTo>
                  <a:lnTo>
                    <a:pt x="10971" y="4390"/>
                  </a:lnTo>
                  <a:cubicBezTo>
                    <a:pt x="9524" y="1601"/>
                    <a:pt x="6678" y="1"/>
                    <a:pt x="37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0"/>
            <p:cNvSpPr/>
            <p:nvPr/>
          </p:nvSpPr>
          <p:spPr>
            <a:xfrm>
              <a:off x="3742250" y="1689100"/>
              <a:ext cx="481275" cy="305050"/>
            </a:xfrm>
            <a:custGeom>
              <a:avLst/>
              <a:gdLst/>
              <a:ahLst/>
              <a:cxnLst/>
              <a:rect l="l" t="t" r="r" b="b"/>
              <a:pathLst>
                <a:path w="19251" h="12202" extrusionOk="0">
                  <a:moveTo>
                    <a:pt x="16138" y="0"/>
                  </a:moveTo>
                  <a:cubicBezTo>
                    <a:pt x="15717" y="0"/>
                    <a:pt x="15290" y="98"/>
                    <a:pt x="14890" y="305"/>
                  </a:cubicBezTo>
                  <a:lnTo>
                    <a:pt x="1855" y="7065"/>
                  </a:lnTo>
                  <a:cubicBezTo>
                    <a:pt x="522" y="7756"/>
                    <a:pt x="1" y="9401"/>
                    <a:pt x="691" y="10734"/>
                  </a:cubicBezTo>
                  <a:cubicBezTo>
                    <a:pt x="1175" y="11666"/>
                    <a:pt x="2127" y="12202"/>
                    <a:pt x="3111" y="12202"/>
                  </a:cubicBezTo>
                  <a:cubicBezTo>
                    <a:pt x="3533" y="12202"/>
                    <a:pt x="3960" y="12104"/>
                    <a:pt x="4359" y="11896"/>
                  </a:cubicBezTo>
                  <a:lnTo>
                    <a:pt x="17396" y="5137"/>
                  </a:lnTo>
                  <a:cubicBezTo>
                    <a:pt x="18728" y="4445"/>
                    <a:pt x="19250" y="2800"/>
                    <a:pt x="18559" y="1469"/>
                  </a:cubicBezTo>
                  <a:cubicBezTo>
                    <a:pt x="18075" y="536"/>
                    <a:pt x="17123" y="0"/>
                    <a:pt x="161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0"/>
            <p:cNvSpPr/>
            <p:nvPr/>
          </p:nvSpPr>
          <p:spPr>
            <a:xfrm>
              <a:off x="3825750" y="1730050"/>
              <a:ext cx="39775" cy="39750"/>
            </a:xfrm>
            <a:custGeom>
              <a:avLst/>
              <a:gdLst/>
              <a:ahLst/>
              <a:cxnLst/>
              <a:rect l="l" t="t" r="r" b="b"/>
              <a:pathLst>
                <a:path w="1591" h="1590" extrusionOk="0">
                  <a:moveTo>
                    <a:pt x="1047" y="0"/>
                  </a:moveTo>
                  <a:lnTo>
                    <a:pt x="0" y="543"/>
                  </a:lnTo>
                  <a:lnTo>
                    <a:pt x="543" y="1589"/>
                  </a:lnTo>
                  <a:lnTo>
                    <a:pt x="1590"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0"/>
            <p:cNvSpPr/>
            <p:nvPr/>
          </p:nvSpPr>
          <p:spPr>
            <a:xfrm>
              <a:off x="3967075" y="1656750"/>
              <a:ext cx="39775" cy="39775"/>
            </a:xfrm>
            <a:custGeom>
              <a:avLst/>
              <a:gdLst/>
              <a:ahLst/>
              <a:cxnLst/>
              <a:rect l="l" t="t" r="r" b="b"/>
              <a:pathLst>
                <a:path w="1591" h="1591" extrusionOk="0">
                  <a:moveTo>
                    <a:pt x="1047" y="0"/>
                  </a:moveTo>
                  <a:lnTo>
                    <a:pt x="1" y="544"/>
                  </a:lnTo>
                  <a:lnTo>
                    <a:pt x="544" y="1590"/>
                  </a:lnTo>
                  <a:lnTo>
                    <a:pt x="1591"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0"/>
            <p:cNvSpPr/>
            <p:nvPr/>
          </p:nvSpPr>
          <p:spPr>
            <a:xfrm>
              <a:off x="3872275" y="1646850"/>
              <a:ext cx="39775" cy="39775"/>
            </a:xfrm>
            <a:custGeom>
              <a:avLst/>
              <a:gdLst/>
              <a:ahLst/>
              <a:cxnLst/>
              <a:rect l="l" t="t" r="r" b="b"/>
              <a:pathLst>
                <a:path w="1591" h="1591" extrusionOk="0">
                  <a:moveTo>
                    <a:pt x="1047" y="0"/>
                  </a:moveTo>
                  <a:lnTo>
                    <a:pt x="0" y="543"/>
                  </a:lnTo>
                  <a:lnTo>
                    <a:pt x="544" y="1590"/>
                  </a:lnTo>
                  <a:lnTo>
                    <a:pt x="1590" y="1048"/>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0"/>
            <p:cNvSpPr/>
            <p:nvPr/>
          </p:nvSpPr>
          <p:spPr>
            <a:xfrm>
              <a:off x="3885375" y="1646850"/>
              <a:ext cx="26675" cy="33000"/>
            </a:xfrm>
            <a:custGeom>
              <a:avLst/>
              <a:gdLst/>
              <a:ahLst/>
              <a:cxnLst/>
              <a:rect l="l" t="t" r="r" b="b"/>
              <a:pathLst>
                <a:path w="1067" h="1320" extrusionOk="0">
                  <a:moveTo>
                    <a:pt x="524" y="0"/>
                  </a:moveTo>
                  <a:lnTo>
                    <a:pt x="0" y="272"/>
                  </a:lnTo>
                  <a:lnTo>
                    <a:pt x="544" y="1319"/>
                  </a:lnTo>
                  <a:lnTo>
                    <a:pt x="1066" y="1048"/>
                  </a:lnTo>
                  <a:lnTo>
                    <a:pt x="5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0"/>
            <p:cNvSpPr/>
            <p:nvPr/>
          </p:nvSpPr>
          <p:spPr>
            <a:xfrm>
              <a:off x="3951525" y="1689075"/>
              <a:ext cx="272000" cy="212925"/>
            </a:xfrm>
            <a:custGeom>
              <a:avLst/>
              <a:gdLst/>
              <a:ahLst/>
              <a:cxnLst/>
              <a:rect l="l" t="t" r="r" b="b"/>
              <a:pathLst>
                <a:path w="10880" h="8517" extrusionOk="0">
                  <a:moveTo>
                    <a:pt x="7768" y="1"/>
                  </a:moveTo>
                  <a:cubicBezTo>
                    <a:pt x="7347" y="1"/>
                    <a:pt x="6919" y="99"/>
                    <a:pt x="6519" y="306"/>
                  </a:cubicBezTo>
                  <a:lnTo>
                    <a:pt x="1" y="3686"/>
                  </a:lnTo>
                  <a:lnTo>
                    <a:pt x="2507" y="8517"/>
                  </a:lnTo>
                  <a:lnTo>
                    <a:pt x="9025" y="5137"/>
                  </a:lnTo>
                  <a:cubicBezTo>
                    <a:pt x="10356" y="4446"/>
                    <a:pt x="10879" y="2801"/>
                    <a:pt x="10188" y="1468"/>
                  </a:cubicBezTo>
                  <a:cubicBezTo>
                    <a:pt x="9704" y="536"/>
                    <a:pt x="8753" y="1"/>
                    <a:pt x="7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0"/>
            <p:cNvSpPr/>
            <p:nvPr/>
          </p:nvSpPr>
          <p:spPr>
            <a:xfrm>
              <a:off x="4025950" y="1713575"/>
              <a:ext cx="97625" cy="111100"/>
            </a:xfrm>
            <a:custGeom>
              <a:avLst/>
              <a:gdLst/>
              <a:ahLst/>
              <a:cxnLst/>
              <a:rect l="l" t="t" r="r" b="b"/>
              <a:pathLst>
                <a:path w="3905" h="4444" extrusionOk="0">
                  <a:moveTo>
                    <a:pt x="2234" y="1"/>
                  </a:moveTo>
                  <a:lnTo>
                    <a:pt x="1" y="1159"/>
                  </a:lnTo>
                  <a:lnTo>
                    <a:pt x="1351" y="3764"/>
                  </a:lnTo>
                  <a:cubicBezTo>
                    <a:pt x="1576" y="4196"/>
                    <a:pt x="2015" y="4443"/>
                    <a:pt x="2470" y="4443"/>
                  </a:cubicBezTo>
                  <a:cubicBezTo>
                    <a:pt x="2665" y="4443"/>
                    <a:pt x="2862" y="4398"/>
                    <a:pt x="3047" y="4302"/>
                  </a:cubicBezTo>
                  <a:cubicBezTo>
                    <a:pt x="3664" y="3982"/>
                    <a:pt x="3905" y="3223"/>
                    <a:pt x="3585" y="2606"/>
                  </a:cubicBezTo>
                  <a:lnTo>
                    <a:pt x="22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0"/>
            <p:cNvSpPr/>
            <p:nvPr/>
          </p:nvSpPr>
          <p:spPr>
            <a:xfrm>
              <a:off x="3853950" y="1844425"/>
              <a:ext cx="43800" cy="105375"/>
            </a:xfrm>
            <a:custGeom>
              <a:avLst/>
              <a:gdLst/>
              <a:ahLst/>
              <a:cxnLst/>
              <a:rect l="l" t="t" r="r" b="b"/>
              <a:pathLst>
                <a:path w="1752" h="4215" extrusionOk="0">
                  <a:moveTo>
                    <a:pt x="1751" y="1"/>
                  </a:moveTo>
                  <a:lnTo>
                    <a:pt x="473" y="663"/>
                  </a:lnTo>
                  <a:lnTo>
                    <a:pt x="1" y="4215"/>
                  </a:lnTo>
                  <a:lnTo>
                    <a:pt x="1279" y="3552"/>
                  </a:lnTo>
                  <a:lnTo>
                    <a:pt x="17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0"/>
            <p:cNvSpPr/>
            <p:nvPr/>
          </p:nvSpPr>
          <p:spPr>
            <a:xfrm>
              <a:off x="3961000" y="1788925"/>
              <a:ext cx="43775" cy="105375"/>
            </a:xfrm>
            <a:custGeom>
              <a:avLst/>
              <a:gdLst/>
              <a:ahLst/>
              <a:cxnLst/>
              <a:rect l="l" t="t" r="r" b="b"/>
              <a:pathLst>
                <a:path w="1751" h="4215" extrusionOk="0">
                  <a:moveTo>
                    <a:pt x="1751" y="1"/>
                  </a:moveTo>
                  <a:lnTo>
                    <a:pt x="472" y="663"/>
                  </a:lnTo>
                  <a:lnTo>
                    <a:pt x="0" y="4214"/>
                  </a:lnTo>
                  <a:lnTo>
                    <a:pt x="1277" y="3552"/>
                  </a:lnTo>
                  <a:lnTo>
                    <a:pt x="17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p:cNvSpPr/>
            <p:nvPr/>
          </p:nvSpPr>
          <p:spPr>
            <a:xfrm>
              <a:off x="3971025" y="1788925"/>
              <a:ext cx="33750" cy="75525"/>
            </a:xfrm>
            <a:custGeom>
              <a:avLst/>
              <a:gdLst/>
              <a:ahLst/>
              <a:cxnLst/>
              <a:rect l="l" t="t" r="r" b="b"/>
              <a:pathLst>
                <a:path w="1350" h="3021" extrusionOk="0">
                  <a:moveTo>
                    <a:pt x="1350" y="1"/>
                  </a:moveTo>
                  <a:lnTo>
                    <a:pt x="71" y="663"/>
                  </a:lnTo>
                  <a:lnTo>
                    <a:pt x="0" y="1196"/>
                  </a:lnTo>
                  <a:lnTo>
                    <a:pt x="947" y="3021"/>
                  </a:lnTo>
                  <a:lnTo>
                    <a:pt x="135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0"/>
            <p:cNvSpPr/>
            <p:nvPr/>
          </p:nvSpPr>
          <p:spPr>
            <a:xfrm>
              <a:off x="4053875" y="1713575"/>
              <a:ext cx="69700" cy="107550"/>
            </a:xfrm>
            <a:custGeom>
              <a:avLst/>
              <a:gdLst/>
              <a:ahLst/>
              <a:cxnLst/>
              <a:rect l="l" t="t" r="r" b="b"/>
              <a:pathLst>
                <a:path w="2788" h="4302" extrusionOk="0">
                  <a:moveTo>
                    <a:pt x="0" y="579"/>
                  </a:moveTo>
                  <a:lnTo>
                    <a:pt x="0" y="580"/>
                  </a:lnTo>
                  <a:lnTo>
                    <a:pt x="1" y="580"/>
                  </a:lnTo>
                  <a:lnTo>
                    <a:pt x="0" y="579"/>
                  </a:lnTo>
                  <a:close/>
                  <a:moveTo>
                    <a:pt x="1117" y="1"/>
                  </a:moveTo>
                  <a:lnTo>
                    <a:pt x="1" y="580"/>
                  </a:lnTo>
                  <a:lnTo>
                    <a:pt x="1930" y="4301"/>
                  </a:lnTo>
                  <a:cubicBezTo>
                    <a:pt x="2547" y="3982"/>
                    <a:pt x="2788" y="3222"/>
                    <a:pt x="2468" y="2605"/>
                  </a:cubicBezTo>
                  <a:lnTo>
                    <a:pt x="11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0"/>
            <p:cNvSpPr/>
            <p:nvPr/>
          </p:nvSpPr>
          <p:spPr>
            <a:xfrm>
              <a:off x="3028200" y="1978900"/>
              <a:ext cx="332225" cy="383625"/>
            </a:xfrm>
            <a:custGeom>
              <a:avLst/>
              <a:gdLst/>
              <a:ahLst/>
              <a:cxnLst/>
              <a:rect l="l" t="t" r="r" b="b"/>
              <a:pathLst>
                <a:path w="13289" h="15345" extrusionOk="0">
                  <a:moveTo>
                    <a:pt x="3165" y="1"/>
                  </a:moveTo>
                  <a:lnTo>
                    <a:pt x="2916" y="391"/>
                  </a:lnTo>
                  <a:cubicBezTo>
                    <a:pt x="0" y="4964"/>
                    <a:pt x="447" y="10911"/>
                    <a:pt x="4016" y="14996"/>
                  </a:cubicBezTo>
                  <a:lnTo>
                    <a:pt x="4320" y="15344"/>
                  </a:lnTo>
                  <a:lnTo>
                    <a:pt x="13289" y="10693"/>
                  </a:lnTo>
                  <a:lnTo>
                    <a:pt x="8715" y="1876"/>
                  </a:lnTo>
                  <a:lnTo>
                    <a:pt x="31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0"/>
            <p:cNvSpPr/>
            <p:nvPr/>
          </p:nvSpPr>
          <p:spPr>
            <a:xfrm>
              <a:off x="3028200" y="1978900"/>
              <a:ext cx="173275" cy="383625"/>
            </a:xfrm>
            <a:custGeom>
              <a:avLst/>
              <a:gdLst/>
              <a:ahLst/>
              <a:cxnLst/>
              <a:rect l="l" t="t" r="r" b="b"/>
              <a:pathLst>
                <a:path w="6931" h="15345" extrusionOk="0">
                  <a:moveTo>
                    <a:pt x="3165" y="1"/>
                  </a:moveTo>
                  <a:lnTo>
                    <a:pt x="2916" y="391"/>
                  </a:lnTo>
                  <a:cubicBezTo>
                    <a:pt x="0" y="4964"/>
                    <a:pt x="447" y="10911"/>
                    <a:pt x="4016" y="14996"/>
                  </a:cubicBezTo>
                  <a:lnTo>
                    <a:pt x="4320" y="15344"/>
                  </a:lnTo>
                  <a:lnTo>
                    <a:pt x="6931" y="13990"/>
                  </a:lnTo>
                  <a:cubicBezTo>
                    <a:pt x="4078" y="10204"/>
                    <a:pt x="3670" y="5103"/>
                    <a:pt x="5870" y="915"/>
                  </a:cubicBezTo>
                  <a:lnTo>
                    <a:pt x="31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0"/>
            <p:cNvSpPr/>
            <p:nvPr/>
          </p:nvSpPr>
          <p:spPr>
            <a:xfrm>
              <a:off x="3189650" y="2158375"/>
              <a:ext cx="97275" cy="92375"/>
            </a:xfrm>
            <a:custGeom>
              <a:avLst/>
              <a:gdLst/>
              <a:ahLst/>
              <a:cxnLst/>
              <a:rect l="l" t="t" r="r" b="b"/>
              <a:pathLst>
                <a:path w="3891" h="3695" extrusionOk="0">
                  <a:moveTo>
                    <a:pt x="1904" y="0"/>
                  </a:moveTo>
                  <a:cubicBezTo>
                    <a:pt x="1618" y="0"/>
                    <a:pt x="1328" y="67"/>
                    <a:pt x="1056" y="207"/>
                  </a:cubicBezTo>
                  <a:cubicBezTo>
                    <a:pt x="392" y="551"/>
                    <a:pt x="1" y="1260"/>
                    <a:pt x="64" y="2006"/>
                  </a:cubicBezTo>
                  <a:cubicBezTo>
                    <a:pt x="130" y="2750"/>
                    <a:pt x="635" y="3383"/>
                    <a:pt x="1347" y="3608"/>
                  </a:cubicBezTo>
                  <a:cubicBezTo>
                    <a:pt x="1531" y="3667"/>
                    <a:pt x="1720" y="3695"/>
                    <a:pt x="1906" y="3695"/>
                  </a:cubicBezTo>
                  <a:cubicBezTo>
                    <a:pt x="2442" y="3695"/>
                    <a:pt x="2962" y="3461"/>
                    <a:pt x="3319" y="3037"/>
                  </a:cubicBezTo>
                  <a:cubicBezTo>
                    <a:pt x="3800" y="2465"/>
                    <a:pt x="3890" y="1660"/>
                    <a:pt x="3546" y="996"/>
                  </a:cubicBezTo>
                  <a:cubicBezTo>
                    <a:pt x="3217" y="363"/>
                    <a:pt x="2572" y="0"/>
                    <a:pt x="19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0"/>
            <p:cNvSpPr/>
            <p:nvPr/>
          </p:nvSpPr>
          <p:spPr>
            <a:xfrm>
              <a:off x="3216000" y="2158350"/>
              <a:ext cx="74050" cy="87225"/>
            </a:xfrm>
            <a:custGeom>
              <a:avLst/>
              <a:gdLst/>
              <a:ahLst/>
              <a:cxnLst/>
              <a:rect l="l" t="t" r="r" b="b"/>
              <a:pathLst>
                <a:path w="2962" h="3489" extrusionOk="0">
                  <a:moveTo>
                    <a:pt x="850" y="0"/>
                  </a:moveTo>
                  <a:cubicBezTo>
                    <a:pt x="564" y="0"/>
                    <a:pt x="273" y="67"/>
                    <a:pt x="1" y="208"/>
                  </a:cubicBezTo>
                  <a:lnTo>
                    <a:pt x="1703" y="3489"/>
                  </a:lnTo>
                  <a:cubicBezTo>
                    <a:pt x="2609" y="3019"/>
                    <a:pt x="2962" y="1903"/>
                    <a:pt x="2492" y="997"/>
                  </a:cubicBezTo>
                  <a:cubicBezTo>
                    <a:pt x="2163" y="363"/>
                    <a:pt x="1518" y="0"/>
                    <a:pt x="85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p:cNvSpPr/>
            <p:nvPr/>
          </p:nvSpPr>
          <p:spPr>
            <a:xfrm>
              <a:off x="3229075" y="2020050"/>
              <a:ext cx="343625" cy="308425"/>
            </a:xfrm>
            <a:custGeom>
              <a:avLst/>
              <a:gdLst/>
              <a:ahLst/>
              <a:cxnLst/>
              <a:rect l="l" t="t" r="r" b="b"/>
              <a:pathLst>
                <a:path w="13745" h="12337" extrusionOk="0">
                  <a:moveTo>
                    <a:pt x="1" y="0"/>
                  </a:moveTo>
                  <a:lnTo>
                    <a:pt x="4811" y="9276"/>
                  </a:lnTo>
                  <a:lnTo>
                    <a:pt x="6300" y="8504"/>
                  </a:lnTo>
                  <a:lnTo>
                    <a:pt x="7936" y="11658"/>
                  </a:lnTo>
                  <a:cubicBezTo>
                    <a:pt x="8159" y="12089"/>
                    <a:pt x="8598" y="12336"/>
                    <a:pt x="9052" y="12336"/>
                  </a:cubicBezTo>
                  <a:cubicBezTo>
                    <a:pt x="9247" y="12336"/>
                    <a:pt x="9445" y="12291"/>
                    <a:pt x="9631" y="12195"/>
                  </a:cubicBezTo>
                  <a:cubicBezTo>
                    <a:pt x="10247" y="11874"/>
                    <a:pt x="10488" y="11115"/>
                    <a:pt x="10169" y="10499"/>
                  </a:cubicBezTo>
                  <a:lnTo>
                    <a:pt x="8533" y="7346"/>
                  </a:lnTo>
                  <a:lnTo>
                    <a:pt x="13744" y="4644"/>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0"/>
            <p:cNvSpPr/>
            <p:nvPr/>
          </p:nvSpPr>
          <p:spPr>
            <a:xfrm>
              <a:off x="3290100" y="2046300"/>
              <a:ext cx="152175" cy="95600"/>
            </a:xfrm>
            <a:custGeom>
              <a:avLst/>
              <a:gdLst/>
              <a:ahLst/>
              <a:cxnLst/>
              <a:rect l="l" t="t" r="r" b="b"/>
              <a:pathLst>
                <a:path w="6087" h="3824" extrusionOk="0">
                  <a:moveTo>
                    <a:pt x="489" y="1"/>
                  </a:moveTo>
                  <a:lnTo>
                    <a:pt x="489" y="1"/>
                  </a:lnTo>
                  <a:cubicBezTo>
                    <a:pt x="0" y="1546"/>
                    <a:pt x="855" y="3195"/>
                    <a:pt x="2401" y="3686"/>
                  </a:cubicBezTo>
                  <a:cubicBezTo>
                    <a:pt x="2696" y="3779"/>
                    <a:pt x="2994" y="3823"/>
                    <a:pt x="3288" y="3823"/>
                  </a:cubicBezTo>
                  <a:cubicBezTo>
                    <a:pt x="4533" y="3823"/>
                    <a:pt x="5689" y="3025"/>
                    <a:pt x="6086" y="1775"/>
                  </a:cubicBez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0"/>
            <p:cNvSpPr/>
            <p:nvPr/>
          </p:nvSpPr>
          <p:spPr>
            <a:xfrm>
              <a:off x="3501175" y="2738200"/>
              <a:ext cx="350525" cy="311550"/>
            </a:xfrm>
            <a:custGeom>
              <a:avLst/>
              <a:gdLst/>
              <a:ahLst/>
              <a:cxnLst/>
              <a:rect l="l" t="t" r="r" b="b"/>
              <a:pathLst>
                <a:path w="14021" h="12462" extrusionOk="0">
                  <a:moveTo>
                    <a:pt x="7364" y="0"/>
                  </a:moveTo>
                  <a:cubicBezTo>
                    <a:pt x="6364" y="0"/>
                    <a:pt x="5349" y="233"/>
                    <a:pt x="4401" y="724"/>
                  </a:cubicBezTo>
                  <a:cubicBezTo>
                    <a:pt x="1239" y="2364"/>
                    <a:pt x="1" y="6271"/>
                    <a:pt x="1640" y="9433"/>
                  </a:cubicBezTo>
                  <a:cubicBezTo>
                    <a:pt x="2356" y="10815"/>
                    <a:pt x="3547" y="11890"/>
                    <a:pt x="4995" y="12461"/>
                  </a:cubicBezTo>
                  <a:lnTo>
                    <a:pt x="13653" y="7972"/>
                  </a:lnTo>
                  <a:cubicBezTo>
                    <a:pt x="14020" y="6460"/>
                    <a:pt x="13828" y="4866"/>
                    <a:pt x="13111" y="3485"/>
                  </a:cubicBezTo>
                  <a:cubicBezTo>
                    <a:pt x="11962" y="1271"/>
                    <a:pt x="9702" y="0"/>
                    <a:pt x="7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0"/>
            <p:cNvSpPr/>
            <p:nvPr/>
          </p:nvSpPr>
          <p:spPr>
            <a:xfrm>
              <a:off x="3611200" y="2738200"/>
              <a:ext cx="240500" cy="255400"/>
            </a:xfrm>
            <a:custGeom>
              <a:avLst/>
              <a:gdLst/>
              <a:ahLst/>
              <a:cxnLst/>
              <a:rect l="l" t="t" r="r" b="b"/>
              <a:pathLst>
                <a:path w="9620" h="10216" extrusionOk="0">
                  <a:moveTo>
                    <a:pt x="2963" y="0"/>
                  </a:moveTo>
                  <a:cubicBezTo>
                    <a:pt x="1963" y="0"/>
                    <a:pt x="948" y="233"/>
                    <a:pt x="0" y="724"/>
                  </a:cubicBezTo>
                  <a:lnTo>
                    <a:pt x="4924" y="10216"/>
                  </a:lnTo>
                  <a:lnTo>
                    <a:pt x="9252" y="7972"/>
                  </a:lnTo>
                  <a:cubicBezTo>
                    <a:pt x="9619" y="6460"/>
                    <a:pt x="9427" y="4866"/>
                    <a:pt x="8710" y="3485"/>
                  </a:cubicBezTo>
                  <a:cubicBezTo>
                    <a:pt x="7561" y="1271"/>
                    <a:pt x="5301" y="0"/>
                    <a:pt x="29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0"/>
            <p:cNvSpPr/>
            <p:nvPr/>
          </p:nvSpPr>
          <p:spPr>
            <a:xfrm>
              <a:off x="3568175" y="2796875"/>
              <a:ext cx="222800" cy="196925"/>
            </a:xfrm>
            <a:custGeom>
              <a:avLst/>
              <a:gdLst/>
              <a:ahLst/>
              <a:cxnLst/>
              <a:rect l="l" t="t" r="r" b="b"/>
              <a:pathLst>
                <a:path w="8912" h="7877" extrusionOk="0">
                  <a:moveTo>
                    <a:pt x="4688" y="1"/>
                  </a:moveTo>
                  <a:cubicBezTo>
                    <a:pt x="4051" y="1"/>
                    <a:pt x="3405" y="149"/>
                    <a:pt x="2802" y="461"/>
                  </a:cubicBezTo>
                  <a:cubicBezTo>
                    <a:pt x="789" y="1506"/>
                    <a:pt x="1" y="3992"/>
                    <a:pt x="1044" y="6005"/>
                  </a:cubicBezTo>
                  <a:cubicBezTo>
                    <a:pt x="1477" y="6840"/>
                    <a:pt x="2183" y="7500"/>
                    <a:pt x="3044" y="7876"/>
                  </a:cubicBezTo>
                  <a:lnTo>
                    <a:pt x="8723" y="4932"/>
                  </a:lnTo>
                  <a:cubicBezTo>
                    <a:pt x="8912" y="4010"/>
                    <a:pt x="8778" y="3053"/>
                    <a:pt x="8346" y="2219"/>
                  </a:cubicBezTo>
                  <a:cubicBezTo>
                    <a:pt x="7614" y="809"/>
                    <a:pt x="6176" y="1"/>
                    <a:pt x="46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0"/>
            <p:cNvSpPr/>
            <p:nvPr/>
          </p:nvSpPr>
          <p:spPr>
            <a:xfrm>
              <a:off x="3638200" y="2796875"/>
              <a:ext cx="152775" cy="160100"/>
            </a:xfrm>
            <a:custGeom>
              <a:avLst/>
              <a:gdLst/>
              <a:ahLst/>
              <a:cxnLst/>
              <a:rect l="l" t="t" r="r" b="b"/>
              <a:pathLst>
                <a:path w="6111" h="6404" extrusionOk="0">
                  <a:moveTo>
                    <a:pt x="1887" y="1"/>
                  </a:moveTo>
                  <a:cubicBezTo>
                    <a:pt x="1250" y="1"/>
                    <a:pt x="604" y="149"/>
                    <a:pt x="1" y="461"/>
                  </a:cubicBezTo>
                  <a:lnTo>
                    <a:pt x="3082" y="6404"/>
                  </a:lnTo>
                  <a:lnTo>
                    <a:pt x="5922" y="4932"/>
                  </a:lnTo>
                  <a:cubicBezTo>
                    <a:pt x="6111" y="4010"/>
                    <a:pt x="5977" y="3053"/>
                    <a:pt x="5545" y="2219"/>
                  </a:cubicBezTo>
                  <a:cubicBezTo>
                    <a:pt x="4813" y="809"/>
                    <a:pt x="3375" y="1"/>
                    <a:pt x="18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0"/>
            <p:cNvSpPr/>
            <p:nvPr/>
          </p:nvSpPr>
          <p:spPr>
            <a:xfrm>
              <a:off x="3701400" y="2629925"/>
              <a:ext cx="132350" cy="218350"/>
            </a:xfrm>
            <a:custGeom>
              <a:avLst/>
              <a:gdLst/>
              <a:ahLst/>
              <a:cxnLst/>
              <a:rect l="l" t="t" r="r" b="b"/>
              <a:pathLst>
                <a:path w="5294" h="8734" extrusionOk="0">
                  <a:moveTo>
                    <a:pt x="1047" y="1"/>
                  </a:moveTo>
                  <a:lnTo>
                    <a:pt x="0" y="543"/>
                  </a:lnTo>
                  <a:lnTo>
                    <a:pt x="4247" y="8733"/>
                  </a:lnTo>
                  <a:lnTo>
                    <a:pt x="5293" y="8190"/>
                  </a:lnTo>
                  <a:lnTo>
                    <a:pt x="10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0"/>
            <p:cNvSpPr/>
            <p:nvPr/>
          </p:nvSpPr>
          <p:spPr>
            <a:xfrm>
              <a:off x="3413050" y="2615250"/>
              <a:ext cx="339325" cy="195125"/>
            </a:xfrm>
            <a:custGeom>
              <a:avLst/>
              <a:gdLst/>
              <a:ahLst/>
              <a:cxnLst/>
              <a:rect l="l" t="t" r="r" b="b"/>
              <a:pathLst>
                <a:path w="13573" h="7805" extrusionOk="0">
                  <a:moveTo>
                    <a:pt x="13029" y="1"/>
                  </a:moveTo>
                  <a:lnTo>
                    <a:pt x="1" y="6757"/>
                  </a:lnTo>
                  <a:lnTo>
                    <a:pt x="544" y="7805"/>
                  </a:lnTo>
                  <a:lnTo>
                    <a:pt x="13572" y="1048"/>
                  </a:lnTo>
                  <a:lnTo>
                    <a:pt x="130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0"/>
            <p:cNvSpPr/>
            <p:nvPr/>
          </p:nvSpPr>
          <p:spPr>
            <a:xfrm>
              <a:off x="3388350" y="2612150"/>
              <a:ext cx="364075" cy="111825"/>
            </a:xfrm>
            <a:custGeom>
              <a:avLst/>
              <a:gdLst/>
              <a:ahLst/>
              <a:cxnLst/>
              <a:rect l="l" t="t" r="r" b="b"/>
              <a:pathLst>
                <a:path w="14563" h="4473" extrusionOk="0">
                  <a:moveTo>
                    <a:pt x="14295" y="1"/>
                  </a:moveTo>
                  <a:lnTo>
                    <a:pt x="1" y="3325"/>
                  </a:lnTo>
                  <a:lnTo>
                    <a:pt x="133" y="3898"/>
                  </a:lnTo>
                  <a:lnTo>
                    <a:pt x="267" y="4473"/>
                  </a:lnTo>
                  <a:lnTo>
                    <a:pt x="14563" y="1149"/>
                  </a:lnTo>
                  <a:lnTo>
                    <a:pt x="14429" y="575"/>
                  </a:lnTo>
                  <a:lnTo>
                    <a:pt x="14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0"/>
            <p:cNvSpPr/>
            <p:nvPr/>
          </p:nvSpPr>
          <p:spPr>
            <a:xfrm>
              <a:off x="3499100" y="2807875"/>
              <a:ext cx="419525" cy="281075"/>
            </a:xfrm>
            <a:custGeom>
              <a:avLst/>
              <a:gdLst/>
              <a:ahLst/>
              <a:cxnLst/>
              <a:rect l="l" t="t" r="r" b="b"/>
              <a:pathLst>
                <a:path w="16781" h="11243" extrusionOk="0">
                  <a:moveTo>
                    <a:pt x="15192" y="1"/>
                  </a:moveTo>
                  <a:lnTo>
                    <a:pt x="0" y="7878"/>
                  </a:lnTo>
                  <a:lnTo>
                    <a:pt x="55" y="7983"/>
                  </a:lnTo>
                  <a:cubicBezTo>
                    <a:pt x="1128" y="10054"/>
                    <a:pt x="3242" y="11242"/>
                    <a:pt x="5427" y="11242"/>
                  </a:cubicBezTo>
                  <a:cubicBezTo>
                    <a:pt x="6363" y="11242"/>
                    <a:pt x="7312" y="11024"/>
                    <a:pt x="8198" y="10565"/>
                  </a:cubicBezTo>
                  <a:lnTo>
                    <a:pt x="12665" y="8249"/>
                  </a:lnTo>
                  <a:cubicBezTo>
                    <a:pt x="15622" y="6716"/>
                    <a:pt x="16780" y="3063"/>
                    <a:pt x="15247" y="106"/>
                  </a:cubicBezTo>
                  <a:lnTo>
                    <a:pt x="151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0"/>
            <p:cNvSpPr/>
            <p:nvPr/>
          </p:nvSpPr>
          <p:spPr>
            <a:xfrm>
              <a:off x="3689025" y="2807875"/>
              <a:ext cx="229600" cy="235175"/>
            </a:xfrm>
            <a:custGeom>
              <a:avLst/>
              <a:gdLst/>
              <a:ahLst/>
              <a:cxnLst/>
              <a:rect l="l" t="t" r="r" b="b"/>
              <a:pathLst>
                <a:path w="9184" h="9407" extrusionOk="0">
                  <a:moveTo>
                    <a:pt x="0" y="3939"/>
                  </a:moveTo>
                  <a:lnTo>
                    <a:pt x="0" y="3940"/>
                  </a:lnTo>
                  <a:lnTo>
                    <a:pt x="1" y="3940"/>
                  </a:lnTo>
                  <a:lnTo>
                    <a:pt x="1" y="3940"/>
                  </a:lnTo>
                  <a:lnTo>
                    <a:pt x="0" y="3939"/>
                  </a:lnTo>
                  <a:close/>
                  <a:moveTo>
                    <a:pt x="7595" y="1"/>
                  </a:moveTo>
                  <a:lnTo>
                    <a:pt x="1" y="3940"/>
                  </a:lnTo>
                  <a:lnTo>
                    <a:pt x="1" y="3940"/>
                  </a:lnTo>
                  <a:lnTo>
                    <a:pt x="2835" y="9407"/>
                  </a:lnTo>
                  <a:lnTo>
                    <a:pt x="5068" y="8249"/>
                  </a:lnTo>
                  <a:cubicBezTo>
                    <a:pt x="8025" y="6716"/>
                    <a:pt x="9183" y="3063"/>
                    <a:pt x="7650" y="106"/>
                  </a:cubicBezTo>
                  <a:lnTo>
                    <a:pt x="75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0"/>
            <p:cNvSpPr/>
            <p:nvPr/>
          </p:nvSpPr>
          <p:spPr>
            <a:xfrm>
              <a:off x="3460225" y="2780100"/>
              <a:ext cx="460275" cy="257850"/>
            </a:xfrm>
            <a:custGeom>
              <a:avLst/>
              <a:gdLst/>
              <a:ahLst/>
              <a:cxnLst/>
              <a:rect l="l" t="t" r="r" b="b"/>
              <a:pathLst>
                <a:path w="18411" h="10314" extrusionOk="0">
                  <a:moveTo>
                    <a:pt x="17868" y="0"/>
                  </a:moveTo>
                  <a:lnTo>
                    <a:pt x="0" y="9265"/>
                  </a:lnTo>
                  <a:lnTo>
                    <a:pt x="544" y="10313"/>
                  </a:lnTo>
                  <a:lnTo>
                    <a:pt x="18411" y="1047"/>
                  </a:lnTo>
                  <a:lnTo>
                    <a:pt x="178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p:nvPr/>
          </p:nvSpPr>
          <p:spPr>
            <a:xfrm>
              <a:off x="3683550" y="2780100"/>
              <a:ext cx="236950" cy="142000"/>
            </a:xfrm>
            <a:custGeom>
              <a:avLst/>
              <a:gdLst/>
              <a:ahLst/>
              <a:cxnLst/>
              <a:rect l="l" t="t" r="r" b="b"/>
              <a:pathLst>
                <a:path w="9478" h="5680" extrusionOk="0">
                  <a:moveTo>
                    <a:pt x="8935" y="0"/>
                  </a:moveTo>
                  <a:lnTo>
                    <a:pt x="1" y="4633"/>
                  </a:lnTo>
                  <a:lnTo>
                    <a:pt x="544" y="5680"/>
                  </a:lnTo>
                  <a:lnTo>
                    <a:pt x="9478" y="1047"/>
                  </a:lnTo>
                  <a:lnTo>
                    <a:pt x="89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0"/>
            <p:cNvSpPr/>
            <p:nvPr/>
          </p:nvSpPr>
          <p:spPr>
            <a:xfrm>
              <a:off x="3551025" y="3240350"/>
              <a:ext cx="307700" cy="307725"/>
            </a:xfrm>
            <a:custGeom>
              <a:avLst/>
              <a:gdLst/>
              <a:ahLst/>
              <a:cxnLst/>
              <a:rect l="l" t="t" r="r" b="b"/>
              <a:pathLst>
                <a:path w="12308" h="12309" extrusionOk="0">
                  <a:moveTo>
                    <a:pt x="6154" y="1"/>
                  </a:moveTo>
                  <a:cubicBezTo>
                    <a:pt x="4521" y="1"/>
                    <a:pt x="2957" y="649"/>
                    <a:pt x="1802" y="1803"/>
                  </a:cubicBezTo>
                  <a:cubicBezTo>
                    <a:pt x="648" y="2957"/>
                    <a:pt x="0" y="4523"/>
                    <a:pt x="0" y="6154"/>
                  </a:cubicBezTo>
                  <a:cubicBezTo>
                    <a:pt x="0" y="7787"/>
                    <a:pt x="648" y="9353"/>
                    <a:pt x="1802" y="10505"/>
                  </a:cubicBezTo>
                  <a:cubicBezTo>
                    <a:pt x="2957" y="11659"/>
                    <a:pt x="4521" y="12309"/>
                    <a:pt x="6154" y="12309"/>
                  </a:cubicBezTo>
                  <a:cubicBezTo>
                    <a:pt x="7786" y="12309"/>
                    <a:pt x="9351" y="11659"/>
                    <a:pt x="10505" y="10505"/>
                  </a:cubicBezTo>
                  <a:cubicBezTo>
                    <a:pt x="11659" y="9353"/>
                    <a:pt x="12307" y="7787"/>
                    <a:pt x="12307" y="6154"/>
                  </a:cubicBezTo>
                  <a:cubicBezTo>
                    <a:pt x="12307" y="4523"/>
                    <a:pt x="11659" y="2957"/>
                    <a:pt x="10505" y="1803"/>
                  </a:cubicBezTo>
                  <a:cubicBezTo>
                    <a:pt x="9351" y="649"/>
                    <a:pt x="7786" y="1"/>
                    <a:pt x="61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0"/>
            <p:cNvSpPr/>
            <p:nvPr/>
          </p:nvSpPr>
          <p:spPr>
            <a:xfrm>
              <a:off x="3877800" y="3059100"/>
              <a:ext cx="351400" cy="307800"/>
            </a:xfrm>
            <a:custGeom>
              <a:avLst/>
              <a:gdLst/>
              <a:ahLst/>
              <a:cxnLst/>
              <a:rect l="l" t="t" r="r" b="b"/>
              <a:pathLst>
                <a:path w="14056" h="12312" extrusionOk="0">
                  <a:moveTo>
                    <a:pt x="7023" y="1"/>
                  </a:moveTo>
                  <a:cubicBezTo>
                    <a:pt x="6067" y="1"/>
                    <a:pt x="5097" y="225"/>
                    <a:pt x="4190" y="696"/>
                  </a:cubicBezTo>
                  <a:cubicBezTo>
                    <a:pt x="1174" y="2264"/>
                    <a:pt x="1" y="5979"/>
                    <a:pt x="1568" y="8994"/>
                  </a:cubicBezTo>
                  <a:cubicBezTo>
                    <a:pt x="2664" y="11103"/>
                    <a:pt x="4811" y="12311"/>
                    <a:pt x="7034" y="12311"/>
                  </a:cubicBezTo>
                  <a:cubicBezTo>
                    <a:pt x="7990" y="12311"/>
                    <a:pt x="8959" y="12088"/>
                    <a:pt x="9866" y="11616"/>
                  </a:cubicBezTo>
                  <a:cubicBezTo>
                    <a:pt x="12882" y="10049"/>
                    <a:pt x="14056" y="6333"/>
                    <a:pt x="12488" y="3318"/>
                  </a:cubicBezTo>
                  <a:cubicBezTo>
                    <a:pt x="11393" y="1209"/>
                    <a:pt x="9246" y="1"/>
                    <a:pt x="70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0"/>
            <p:cNvSpPr/>
            <p:nvPr/>
          </p:nvSpPr>
          <p:spPr>
            <a:xfrm>
              <a:off x="4248275" y="2877900"/>
              <a:ext cx="307725" cy="307725"/>
            </a:xfrm>
            <a:custGeom>
              <a:avLst/>
              <a:gdLst/>
              <a:ahLst/>
              <a:cxnLst/>
              <a:rect l="l" t="t" r="r" b="b"/>
              <a:pathLst>
                <a:path w="12309" h="12309" extrusionOk="0">
                  <a:moveTo>
                    <a:pt x="6155" y="1"/>
                  </a:moveTo>
                  <a:cubicBezTo>
                    <a:pt x="4523" y="1"/>
                    <a:pt x="2957" y="650"/>
                    <a:pt x="1803" y="1804"/>
                  </a:cubicBezTo>
                  <a:cubicBezTo>
                    <a:pt x="649" y="2958"/>
                    <a:pt x="0" y="4523"/>
                    <a:pt x="0" y="6155"/>
                  </a:cubicBezTo>
                  <a:cubicBezTo>
                    <a:pt x="0" y="7786"/>
                    <a:pt x="649" y="9353"/>
                    <a:pt x="1803" y="10507"/>
                  </a:cubicBezTo>
                  <a:cubicBezTo>
                    <a:pt x="2957" y="11661"/>
                    <a:pt x="4523" y="12309"/>
                    <a:pt x="6155" y="12309"/>
                  </a:cubicBezTo>
                  <a:cubicBezTo>
                    <a:pt x="7786" y="12309"/>
                    <a:pt x="9352" y="11661"/>
                    <a:pt x="10506" y="10507"/>
                  </a:cubicBezTo>
                  <a:cubicBezTo>
                    <a:pt x="11660" y="9353"/>
                    <a:pt x="12308" y="7786"/>
                    <a:pt x="12308" y="6155"/>
                  </a:cubicBezTo>
                  <a:cubicBezTo>
                    <a:pt x="12308" y="4523"/>
                    <a:pt x="11660" y="2958"/>
                    <a:pt x="10506" y="1804"/>
                  </a:cubicBezTo>
                  <a:cubicBezTo>
                    <a:pt x="9352" y="650"/>
                    <a:pt x="7786" y="1"/>
                    <a:pt x="6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0"/>
            <p:cNvSpPr/>
            <p:nvPr/>
          </p:nvSpPr>
          <p:spPr>
            <a:xfrm>
              <a:off x="4575075" y="2696675"/>
              <a:ext cx="351425" cy="307775"/>
            </a:xfrm>
            <a:custGeom>
              <a:avLst/>
              <a:gdLst/>
              <a:ahLst/>
              <a:cxnLst/>
              <a:rect l="l" t="t" r="r" b="b"/>
              <a:pathLst>
                <a:path w="14057" h="12311" extrusionOk="0">
                  <a:moveTo>
                    <a:pt x="7023" y="0"/>
                  </a:moveTo>
                  <a:cubicBezTo>
                    <a:pt x="6067" y="0"/>
                    <a:pt x="5097" y="224"/>
                    <a:pt x="4190" y="695"/>
                  </a:cubicBezTo>
                  <a:cubicBezTo>
                    <a:pt x="1175" y="2262"/>
                    <a:pt x="0" y="5978"/>
                    <a:pt x="1567" y="8993"/>
                  </a:cubicBezTo>
                  <a:cubicBezTo>
                    <a:pt x="2663" y="11102"/>
                    <a:pt x="4810" y="12310"/>
                    <a:pt x="7033" y="12310"/>
                  </a:cubicBezTo>
                  <a:cubicBezTo>
                    <a:pt x="7989" y="12310"/>
                    <a:pt x="8959" y="12087"/>
                    <a:pt x="9866" y="11615"/>
                  </a:cubicBezTo>
                  <a:cubicBezTo>
                    <a:pt x="12882" y="10048"/>
                    <a:pt x="14056" y="6332"/>
                    <a:pt x="12488" y="3317"/>
                  </a:cubicBezTo>
                  <a:cubicBezTo>
                    <a:pt x="11392" y="1208"/>
                    <a:pt x="9246" y="0"/>
                    <a:pt x="70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0"/>
            <p:cNvSpPr/>
            <p:nvPr/>
          </p:nvSpPr>
          <p:spPr>
            <a:xfrm>
              <a:off x="3728825" y="1553175"/>
              <a:ext cx="2939575" cy="3923400"/>
            </a:xfrm>
            <a:custGeom>
              <a:avLst/>
              <a:gdLst/>
              <a:ahLst/>
              <a:cxnLst/>
              <a:rect l="l" t="t" r="r" b="b"/>
              <a:pathLst>
                <a:path w="117583" h="156936" extrusionOk="0">
                  <a:moveTo>
                    <a:pt x="29283" y="1"/>
                  </a:moveTo>
                  <a:lnTo>
                    <a:pt x="49955" y="39769"/>
                  </a:lnTo>
                  <a:lnTo>
                    <a:pt x="50300" y="45191"/>
                  </a:lnTo>
                  <a:cubicBezTo>
                    <a:pt x="50548" y="49116"/>
                    <a:pt x="49623" y="53026"/>
                    <a:pt x="47639" y="56422"/>
                  </a:cubicBezTo>
                  <a:cubicBezTo>
                    <a:pt x="45896" y="59406"/>
                    <a:pt x="42737" y="61123"/>
                    <a:pt x="39451" y="61123"/>
                  </a:cubicBezTo>
                  <a:cubicBezTo>
                    <a:pt x="38294" y="61123"/>
                    <a:pt x="37121" y="60910"/>
                    <a:pt x="35988" y="60465"/>
                  </a:cubicBezTo>
                  <a:lnTo>
                    <a:pt x="33530" y="59500"/>
                  </a:lnTo>
                  <a:cubicBezTo>
                    <a:pt x="30457" y="58293"/>
                    <a:pt x="27888" y="56074"/>
                    <a:pt x="26248" y="53209"/>
                  </a:cubicBezTo>
                  <a:lnTo>
                    <a:pt x="26108" y="52963"/>
                  </a:lnTo>
                  <a:cubicBezTo>
                    <a:pt x="24768" y="50625"/>
                    <a:pt x="22803" y="48705"/>
                    <a:pt x="20434" y="47421"/>
                  </a:cubicBezTo>
                  <a:cubicBezTo>
                    <a:pt x="17335" y="45742"/>
                    <a:pt x="13921" y="44904"/>
                    <a:pt x="10509" y="44904"/>
                  </a:cubicBezTo>
                  <a:cubicBezTo>
                    <a:pt x="6875" y="44904"/>
                    <a:pt x="3243" y="45855"/>
                    <a:pt x="1" y="47750"/>
                  </a:cubicBezTo>
                  <a:lnTo>
                    <a:pt x="27487" y="71780"/>
                  </a:lnTo>
                  <a:lnTo>
                    <a:pt x="39212" y="89578"/>
                  </a:lnTo>
                  <a:cubicBezTo>
                    <a:pt x="42619" y="94749"/>
                    <a:pt x="47346" y="98916"/>
                    <a:pt x="52905" y="101646"/>
                  </a:cubicBezTo>
                  <a:lnTo>
                    <a:pt x="69094" y="109597"/>
                  </a:lnTo>
                  <a:lnTo>
                    <a:pt x="81269" y="156936"/>
                  </a:lnTo>
                  <a:lnTo>
                    <a:pt x="117582" y="138060"/>
                  </a:lnTo>
                  <a:lnTo>
                    <a:pt x="96516" y="83303"/>
                  </a:lnTo>
                  <a:lnTo>
                    <a:pt x="63838" y="42200"/>
                  </a:lnTo>
                  <a:lnTo>
                    <a:pt x="41607" y="4943"/>
                  </a:lnTo>
                  <a:lnTo>
                    <a:pt x="29283" y="1"/>
                  </a:lnTo>
                  <a:close/>
                </a:path>
              </a:pathLst>
            </a:custGeom>
            <a:solidFill>
              <a:srgbClr val="FCE5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0"/>
            <p:cNvSpPr/>
            <p:nvPr/>
          </p:nvSpPr>
          <p:spPr>
            <a:xfrm>
              <a:off x="2262950" y="3080400"/>
              <a:ext cx="577900" cy="577900"/>
            </a:xfrm>
            <a:custGeom>
              <a:avLst/>
              <a:gdLst/>
              <a:ahLst/>
              <a:cxnLst/>
              <a:rect l="l" t="t" r="r" b="b"/>
              <a:pathLst>
                <a:path w="23116" h="23116" extrusionOk="0">
                  <a:moveTo>
                    <a:pt x="2656" y="1"/>
                  </a:moveTo>
                  <a:cubicBezTo>
                    <a:pt x="1184" y="1"/>
                    <a:pt x="0" y="1185"/>
                    <a:pt x="0" y="2657"/>
                  </a:cubicBezTo>
                  <a:lnTo>
                    <a:pt x="0" y="20460"/>
                  </a:lnTo>
                  <a:cubicBezTo>
                    <a:pt x="0" y="21930"/>
                    <a:pt x="1184" y="23116"/>
                    <a:pt x="2656" y="23116"/>
                  </a:cubicBezTo>
                  <a:lnTo>
                    <a:pt x="20459" y="23116"/>
                  </a:lnTo>
                  <a:cubicBezTo>
                    <a:pt x="21930" y="23116"/>
                    <a:pt x="23115" y="21930"/>
                    <a:pt x="23115" y="20460"/>
                  </a:cubicBezTo>
                  <a:lnTo>
                    <a:pt x="23115" y="2657"/>
                  </a:lnTo>
                  <a:cubicBezTo>
                    <a:pt x="23115" y="1185"/>
                    <a:pt x="21930" y="1"/>
                    <a:pt x="204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0"/>
            <p:cNvSpPr/>
            <p:nvPr/>
          </p:nvSpPr>
          <p:spPr>
            <a:xfrm>
              <a:off x="2383650" y="3201125"/>
              <a:ext cx="336475" cy="336475"/>
            </a:xfrm>
            <a:custGeom>
              <a:avLst/>
              <a:gdLst/>
              <a:ahLst/>
              <a:cxnLst/>
              <a:rect l="l" t="t" r="r" b="b"/>
              <a:pathLst>
                <a:path w="13459" h="13459" extrusionOk="0">
                  <a:moveTo>
                    <a:pt x="6730" y="0"/>
                  </a:moveTo>
                  <a:cubicBezTo>
                    <a:pt x="4944" y="0"/>
                    <a:pt x="3232" y="708"/>
                    <a:pt x="1971" y="1971"/>
                  </a:cubicBezTo>
                  <a:cubicBezTo>
                    <a:pt x="709" y="3232"/>
                    <a:pt x="0" y="4944"/>
                    <a:pt x="0" y="6729"/>
                  </a:cubicBezTo>
                  <a:cubicBezTo>
                    <a:pt x="0" y="8513"/>
                    <a:pt x="709" y="10225"/>
                    <a:pt x="1971" y="11488"/>
                  </a:cubicBezTo>
                  <a:cubicBezTo>
                    <a:pt x="3232" y="12749"/>
                    <a:pt x="4944" y="13459"/>
                    <a:pt x="6730" y="13459"/>
                  </a:cubicBezTo>
                  <a:cubicBezTo>
                    <a:pt x="8514" y="13459"/>
                    <a:pt x="10226" y="12749"/>
                    <a:pt x="11488" y="11488"/>
                  </a:cubicBezTo>
                  <a:cubicBezTo>
                    <a:pt x="12749" y="10225"/>
                    <a:pt x="13459" y="8513"/>
                    <a:pt x="13459" y="6729"/>
                  </a:cubicBezTo>
                  <a:cubicBezTo>
                    <a:pt x="13459" y="4944"/>
                    <a:pt x="12749" y="3232"/>
                    <a:pt x="11488" y="1971"/>
                  </a:cubicBezTo>
                  <a:cubicBezTo>
                    <a:pt x="10226" y="708"/>
                    <a:pt x="8514" y="0"/>
                    <a:pt x="67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0"/>
            <p:cNvSpPr/>
            <p:nvPr/>
          </p:nvSpPr>
          <p:spPr>
            <a:xfrm>
              <a:off x="5147150" y="1406650"/>
              <a:ext cx="577900" cy="577900"/>
            </a:xfrm>
            <a:custGeom>
              <a:avLst/>
              <a:gdLst/>
              <a:ahLst/>
              <a:cxnLst/>
              <a:rect l="l" t="t" r="r" b="b"/>
              <a:pathLst>
                <a:path w="23116" h="23116" extrusionOk="0">
                  <a:moveTo>
                    <a:pt x="2657" y="1"/>
                  </a:moveTo>
                  <a:cubicBezTo>
                    <a:pt x="1185" y="1"/>
                    <a:pt x="1" y="1185"/>
                    <a:pt x="1" y="2657"/>
                  </a:cubicBezTo>
                  <a:lnTo>
                    <a:pt x="1" y="20460"/>
                  </a:lnTo>
                  <a:cubicBezTo>
                    <a:pt x="1" y="21930"/>
                    <a:pt x="1185" y="23116"/>
                    <a:pt x="2657" y="23116"/>
                  </a:cubicBezTo>
                  <a:lnTo>
                    <a:pt x="20459" y="23116"/>
                  </a:lnTo>
                  <a:cubicBezTo>
                    <a:pt x="21930" y="23116"/>
                    <a:pt x="23116" y="21930"/>
                    <a:pt x="23116" y="20460"/>
                  </a:cubicBezTo>
                  <a:lnTo>
                    <a:pt x="23116" y="2657"/>
                  </a:lnTo>
                  <a:cubicBezTo>
                    <a:pt x="23116" y="1185"/>
                    <a:pt x="21930" y="1"/>
                    <a:pt x="204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0"/>
            <p:cNvSpPr/>
            <p:nvPr/>
          </p:nvSpPr>
          <p:spPr>
            <a:xfrm>
              <a:off x="5267875" y="1527375"/>
              <a:ext cx="336475" cy="336475"/>
            </a:xfrm>
            <a:custGeom>
              <a:avLst/>
              <a:gdLst/>
              <a:ahLst/>
              <a:cxnLst/>
              <a:rect l="l" t="t" r="r" b="b"/>
              <a:pathLst>
                <a:path w="13459" h="13459" extrusionOk="0">
                  <a:moveTo>
                    <a:pt x="6729" y="0"/>
                  </a:moveTo>
                  <a:cubicBezTo>
                    <a:pt x="4944" y="0"/>
                    <a:pt x="3232" y="708"/>
                    <a:pt x="1971" y="1971"/>
                  </a:cubicBezTo>
                  <a:cubicBezTo>
                    <a:pt x="708" y="3232"/>
                    <a:pt x="0" y="4944"/>
                    <a:pt x="0" y="6729"/>
                  </a:cubicBezTo>
                  <a:cubicBezTo>
                    <a:pt x="0" y="8513"/>
                    <a:pt x="708" y="10225"/>
                    <a:pt x="1971" y="11487"/>
                  </a:cubicBezTo>
                  <a:cubicBezTo>
                    <a:pt x="3232" y="12749"/>
                    <a:pt x="4944" y="13459"/>
                    <a:pt x="6729" y="13459"/>
                  </a:cubicBezTo>
                  <a:cubicBezTo>
                    <a:pt x="8513" y="13459"/>
                    <a:pt x="10225" y="12749"/>
                    <a:pt x="11488" y="11487"/>
                  </a:cubicBezTo>
                  <a:cubicBezTo>
                    <a:pt x="12749" y="10225"/>
                    <a:pt x="13458" y="8513"/>
                    <a:pt x="13458" y="6729"/>
                  </a:cubicBezTo>
                  <a:cubicBezTo>
                    <a:pt x="13458" y="4944"/>
                    <a:pt x="12749" y="3232"/>
                    <a:pt x="11488" y="1971"/>
                  </a:cubicBezTo>
                  <a:cubicBezTo>
                    <a:pt x="10225" y="708"/>
                    <a:pt x="8513" y="0"/>
                    <a:pt x="6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0"/>
            <p:cNvSpPr/>
            <p:nvPr/>
          </p:nvSpPr>
          <p:spPr>
            <a:xfrm>
              <a:off x="4206600" y="642725"/>
              <a:ext cx="780600" cy="286200"/>
            </a:xfrm>
            <a:custGeom>
              <a:avLst/>
              <a:gdLst/>
              <a:ahLst/>
              <a:cxnLst/>
              <a:rect l="l" t="t" r="r" b="b"/>
              <a:pathLst>
                <a:path w="31224" h="11448" extrusionOk="0">
                  <a:moveTo>
                    <a:pt x="0" y="1"/>
                  </a:moveTo>
                  <a:lnTo>
                    <a:pt x="12913" y="10244"/>
                  </a:lnTo>
                  <a:lnTo>
                    <a:pt x="13507" y="10715"/>
                  </a:lnTo>
                  <a:cubicBezTo>
                    <a:pt x="14124" y="11203"/>
                    <a:pt x="14868" y="11448"/>
                    <a:pt x="15612" y="11448"/>
                  </a:cubicBezTo>
                  <a:cubicBezTo>
                    <a:pt x="16356" y="11448"/>
                    <a:pt x="17100" y="11203"/>
                    <a:pt x="17717" y="10715"/>
                  </a:cubicBezTo>
                  <a:lnTo>
                    <a:pt x="18311" y="10244"/>
                  </a:lnTo>
                  <a:lnTo>
                    <a:pt x="31224" y="2"/>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0"/>
            <p:cNvSpPr/>
            <p:nvPr/>
          </p:nvSpPr>
          <p:spPr>
            <a:xfrm>
              <a:off x="4206600" y="642725"/>
              <a:ext cx="322825" cy="512125"/>
            </a:xfrm>
            <a:custGeom>
              <a:avLst/>
              <a:gdLst/>
              <a:ahLst/>
              <a:cxnLst/>
              <a:rect l="l" t="t" r="r" b="b"/>
              <a:pathLst>
                <a:path w="12913" h="20485" extrusionOk="0">
                  <a:moveTo>
                    <a:pt x="0" y="1"/>
                  </a:moveTo>
                  <a:lnTo>
                    <a:pt x="0" y="20485"/>
                  </a:lnTo>
                  <a:lnTo>
                    <a:pt x="12913" y="10243"/>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0"/>
            <p:cNvSpPr/>
            <p:nvPr/>
          </p:nvSpPr>
          <p:spPr>
            <a:xfrm>
              <a:off x="4206600" y="898800"/>
              <a:ext cx="780600" cy="256050"/>
            </a:xfrm>
            <a:custGeom>
              <a:avLst/>
              <a:gdLst/>
              <a:ahLst/>
              <a:cxnLst/>
              <a:rect l="l" t="t" r="r" b="b"/>
              <a:pathLst>
                <a:path w="31224" h="10242" extrusionOk="0">
                  <a:moveTo>
                    <a:pt x="12913" y="1"/>
                  </a:moveTo>
                  <a:lnTo>
                    <a:pt x="0" y="10242"/>
                  </a:lnTo>
                  <a:lnTo>
                    <a:pt x="31224" y="10242"/>
                  </a:lnTo>
                  <a:lnTo>
                    <a:pt x="18311" y="1"/>
                  </a:lnTo>
                  <a:lnTo>
                    <a:pt x="17717" y="471"/>
                  </a:lnTo>
                  <a:cubicBezTo>
                    <a:pt x="17100" y="960"/>
                    <a:pt x="16356" y="1204"/>
                    <a:pt x="15612" y="1204"/>
                  </a:cubicBezTo>
                  <a:cubicBezTo>
                    <a:pt x="14868" y="1204"/>
                    <a:pt x="14124" y="960"/>
                    <a:pt x="13507" y="471"/>
                  </a:cubicBezTo>
                  <a:lnTo>
                    <a:pt x="1291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0"/>
            <p:cNvSpPr/>
            <p:nvPr/>
          </p:nvSpPr>
          <p:spPr>
            <a:xfrm>
              <a:off x="4664350" y="642725"/>
              <a:ext cx="322850" cy="512125"/>
            </a:xfrm>
            <a:custGeom>
              <a:avLst/>
              <a:gdLst/>
              <a:ahLst/>
              <a:cxnLst/>
              <a:rect l="l" t="t" r="r" b="b"/>
              <a:pathLst>
                <a:path w="12914" h="20485" extrusionOk="0">
                  <a:moveTo>
                    <a:pt x="12914" y="1"/>
                  </a:moveTo>
                  <a:lnTo>
                    <a:pt x="1" y="10243"/>
                  </a:lnTo>
                  <a:lnTo>
                    <a:pt x="12914" y="20485"/>
                  </a:lnTo>
                  <a:lnTo>
                    <a:pt x="129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0"/>
            <p:cNvSpPr/>
            <p:nvPr/>
          </p:nvSpPr>
          <p:spPr>
            <a:xfrm>
              <a:off x="1763725" y="1903150"/>
              <a:ext cx="575550" cy="752650"/>
            </a:xfrm>
            <a:custGeom>
              <a:avLst/>
              <a:gdLst/>
              <a:ahLst/>
              <a:cxnLst/>
              <a:rect l="l" t="t" r="r" b="b"/>
              <a:pathLst>
                <a:path w="23022" h="30106" extrusionOk="0">
                  <a:moveTo>
                    <a:pt x="1" y="1"/>
                  </a:moveTo>
                  <a:lnTo>
                    <a:pt x="1" y="30105"/>
                  </a:lnTo>
                  <a:lnTo>
                    <a:pt x="23022" y="30105"/>
                  </a:lnTo>
                  <a:lnTo>
                    <a:pt x="23022" y="4834"/>
                  </a:lnTo>
                  <a:lnTo>
                    <a:pt x="18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0"/>
            <p:cNvSpPr/>
            <p:nvPr/>
          </p:nvSpPr>
          <p:spPr>
            <a:xfrm>
              <a:off x="1713850" y="1853250"/>
              <a:ext cx="575550" cy="752675"/>
            </a:xfrm>
            <a:custGeom>
              <a:avLst/>
              <a:gdLst/>
              <a:ahLst/>
              <a:cxnLst/>
              <a:rect l="l" t="t" r="r" b="b"/>
              <a:pathLst>
                <a:path w="23022" h="30107" extrusionOk="0">
                  <a:moveTo>
                    <a:pt x="1" y="1"/>
                  </a:moveTo>
                  <a:lnTo>
                    <a:pt x="1" y="30106"/>
                  </a:lnTo>
                  <a:lnTo>
                    <a:pt x="23022" y="30106"/>
                  </a:lnTo>
                  <a:lnTo>
                    <a:pt x="23022" y="4835"/>
                  </a:lnTo>
                  <a:lnTo>
                    <a:pt x="18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0"/>
            <p:cNvSpPr/>
            <p:nvPr/>
          </p:nvSpPr>
          <p:spPr>
            <a:xfrm>
              <a:off x="2168525" y="1853250"/>
              <a:ext cx="120875" cy="120900"/>
            </a:xfrm>
            <a:custGeom>
              <a:avLst/>
              <a:gdLst/>
              <a:ahLst/>
              <a:cxnLst/>
              <a:rect l="l" t="t" r="r" b="b"/>
              <a:pathLst>
                <a:path w="4835" h="4836" extrusionOk="0">
                  <a:moveTo>
                    <a:pt x="1" y="1"/>
                  </a:moveTo>
                  <a:lnTo>
                    <a:pt x="1" y="4835"/>
                  </a:lnTo>
                  <a:lnTo>
                    <a:pt x="4835" y="4835"/>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0"/>
            <p:cNvSpPr/>
            <p:nvPr/>
          </p:nvSpPr>
          <p:spPr>
            <a:xfrm>
              <a:off x="1763725" y="1900425"/>
              <a:ext cx="244900" cy="26575"/>
            </a:xfrm>
            <a:custGeom>
              <a:avLst/>
              <a:gdLst/>
              <a:ahLst/>
              <a:cxnLst/>
              <a:rect l="l" t="t" r="r" b="b"/>
              <a:pathLst>
                <a:path w="9796" h="1063" extrusionOk="0">
                  <a:moveTo>
                    <a:pt x="1" y="0"/>
                  </a:moveTo>
                  <a:lnTo>
                    <a:pt x="1" y="1063"/>
                  </a:lnTo>
                  <a:lnTo>
                    <a:pt x="9796" y="1063"/>
                  </a:lnTo>
                  <a:lnTo>
                    <a:pt x="97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0"/>
            <p:cNvSpPr/>
            <p:nvPr/>
          </p:nvSpPr>
          <p:spPr>
            <a:xfrm>
              <a:off x="1763725" y="1955375"/>
              <a:ext cx="156600" cy="26600"/>
            </a:xfrm>
            <a:custGeom>
              <a:avLst/>
              <a:gdLst/>
              <a:ahLst/>
              <a:cxnLst/>
              <a:rect l="l" t="t" r="r" b="b"/>
              <a:pathLst>
                <a:path w="6264" h="1064" extrusionOk="0">
                  <a:moveTo>
                    <a:pt x="1" y="1"/>
                  </a:moveTo>
                  <a:lnTo>
                    <a:pt x="1" y="1063"/>
                  </a:lnTo>
                  <a:lnTo>
                    <a:pt x="6264" y="1063"/>
                  </a:lnTo>
                  <a:lnTo>
                    <a:pt x="626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0"/>
            <p:cNvSpPr/>
            <p:nvPr/>
          </p:nvSpPr>
          <p:spPr>
            <a:xfrm>
              <a:off x="1763725" y="2052775"/>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0"/>
            <p:cNvSpPr/>
            <p:nvPr/>
          </p:nvSpPr>
          <p:spPr>
            <a:xfrm>
              <a:off x="1763725" y="2128050"/>
              <a:ext cx="475775" cy="26575"/>
            </a:xfrm>
            <a:custGeom>
              <a:avLst/>
              <a:gdLst/>
              <a:ahLst/>
              <a:cxnLst/>
              <a:rect l="l" t="t" r="r" b="b"/>
              <a:pathLst>
                <a:path w="19031" h="1063" extrusionOk="0">
                  <a:moveTo>
                    <a:pt x="1" y="0"/>
                  </a:moveTo>
                  <a:lnTo>
                    <a:pt x="1" y="1063"/>
                  </a:lnTo>
                  <a:lnTo>
                    <a:pt x="19031" y="1063"/>
                  </a:lnTo>
                  <a:lnTo>
                    <a:pt x="190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0"/>
            <p:cNvSpPr/>
            <p:nvPr/>
          </p:nvSpPr>
          <p:spPr>
            <a:xfrm>
              <a:off x="1763725" y="2203300"/>
              <a:ext cx="475775" cy="26575"/>
            </a:xfrm>
            <a:custGeom>
              <a:avLst/>
              <a:gdLst/>
              <a:ahLst/>
              <a:cxnLst/>
              <a:rect l="l" t="t" r="r" b="b"/>
              <a:pathLst>
                <a:path w="19031" h="1063" extrusionOk="0">
                  <a:moveTo>
                    <a:pt x="1" y="0"/>
                  </a:moveTo>
                  <a:lnTo>
                    <a:pt x="1" y="1063"/>
                  </a:lnTo>
                  <a:lnTo>
                    <a:pt x="19031" y="1063"/>
                  </a:lnTo>
                  <a:lnTo>
                    <a:pt x="190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0"/>
            <p:cNvSpPr/>
            <p:nvPr/>
          </p:nvSpPr>
          <p:spPr>
            <a:xfrm>
              <a:off x="1763725" y="227855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0"/>
            <p:cNvSpPr/>
            <p:nvPr/>
          </p:nvSpPr>
          <p:spPr>
            <a:xfrm>
              <a:off x="1763725" y="235385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0"/>
            <p:cNvSpPr/>
            <p:nvPr/>
          </p:nvSpPr>
          <p:spPr>
            <a:xfrm>
              <a:off x="1763725" y="242910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0"/>
            <p:cNvSpPr/>
            <p:nvPr/>
          </p:nvSpPr>
          <p:spPr>
            <a:xfrm>
              <a:off x="1763725" y="2504350"/>
              <a:ext cx="274900" cy="26575"/>
            </a:xfrm>
            <a:custGeom>
              <a:avLst/>
              <a:gdLst/>
              <a:ahLst/>
              <a:cxnLst/>
              <a:rect l="l" t="t" r="r" b="b"/>
              <a:pathLst>
                <a:path w="10996" h="1063" extrusionOk="0">
                  <a:moveTo>
                    <a:pt x="1" y="0"/>
                  </a:moveTo>
                  <a:lnTo>
                    <a:pt x="1" y="1063"/>
                  </a:lnTo>
                  <a:lnTo>
                    <a:pt x="10996" y="1063"/>
                  </a:lnTo>
                  <a:lnTo>
                    <a:pt x="10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0"/>
            <p:cNvSpPr/>
            <p:nvPr/>
          </p:nvSpPr>
          <p:spPr>
            <a:xfrm>
              <a:off x="2275850" y="264375"/>
              <a:ext cx="702625" cy="600125"/>
            </a:xfrm>
            <a:custGeom>
              <a:avLst/>
              <a:gdLst/>
              <a:ahLst/>
              <a:cxnLst/>
              <a:rect l="l" t="t" r="r" b="b"/>
              <a:pathLst>
                <a:path w="28105" h="24005" extrusionOk="0">
                  <a:moveTo>
                    <a:pt x="2052" y="0"/>
                  </a:moveTo>
                  <a:cubicBezTo>
                    <a:pt x="919" y="0"/>
                    <a:pt x="1" y="918"/>
                    <a:pt x="1" y="2052"/>
                  </a:cubicBezTo>
                  <a:lnTo>
                    <a:pt x="1" y="15485"/>
                  </a:lnTo>
                  <a:cubicBezTo>
                    <a:pt x="1" y="16619"/>
                    <a:pt x="919" y="17537"/>
                    <a:pt x="2052" y="17537"/>
                  </a:cubicBezTo>
                  <a:lnTo>
                    <a:pt x="18239" y="17537"/>
                  </a:lnTo>
                  <a:lnTo>
                    <a:pt x="24707" y="24004"/>
                  </a:lnTo>
                  <a:lnTo>
                    <a:pt x="24707" y="17537"/>
                  </a:lnTo>
                  <a:lnTo>
                    <a:pt x="26053" y="17537"/>
                  </a:lnTo>
                  <a:cubicBezTo>
                    <a:pt x="27185" y="17537"/>
                    <a:pt x="28103" y="16619"/>
                    <a:pt x="28103" y="15485"/>
                  </a:cubicBezTo>
                  <a:lnTo>
                    <a:pt x="28103" y="2052"/>
                  </a:lnTo>
                  <a:cubicBezTo>
                    <a:pt x="28104" y="918"/>
                    <a:pt x="27185" y="0"/>
                    <a:pt x="26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0"/>
            <p:cNvSpPr/>
            <p:nvPr/>
          </p:nvSpPr>
          <p:spPr>
            <a:xfrm>
              <a:off x="2337200" y="341000"/>
              <a:ext cx="581250" cy="28825"/>
            </a:xfrm>
            <a:custGeom>
              <a:avLst/>
              <a:gdLst/>
              <a:ahLst/>
              <a:cxnLst/>
              <a:rect l="l" t="t" r="r" b="b"/>
              <a:pathLst>
                <a:path w="23250" h="1153" extrusionOk="0">
                  <a:moveTo>
                    <a:pt x="1" y="0"/>
                  </a:moveTo>
                  <a:lnTo>
                    <a:pt x="1" y="1153"/>
                  </a:lnTo>
                  <a:lnTo>
                    <a:pt x="23249" y="1153"/>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0"/>
            <p:cNvSpPr/>
            <p:nvPr/>
          </p:nvSpPr>
          <p:spPr>
            <a:xfrm>
              <a:off x="2337200" y="401050"/>
              <a:ext cx="581250" cy="28850"/>
            </a:xfrm>
            <a:custGeom>
              <a:avLst/>
              <a:gdLst/>
              <a:ahLst/>
              <a:cxnLst/>
              <a:rect l="l" t="t" r="r" b="b"/>
              <a:pathLst>
                <a:path w="23250" h="1154" extrusionOk="0">
                  <a:moveTo>
                    <a:pt x="1" y="0"/>
                  </a:moveTo>
                  <a:lnTo>
                    <a:pt x="1" y="1153"/>
                  </a:lnTo>
                  <a:lnTo>
                    <a:pt x="23249" y="1153"/>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0"/>
            <p:cNvSpPr/>
            <p:nvPr/>
          </p:nvSpPr>
          <p:spPr>
            <a:xfrm>
              <a:off x="2337200" y="461100"/>
              <a:ext cx="581250" cy="28875"/>
            </a:xfrm>
            <a:custGeom>
              <a:avLst/>
              <a:gdLst/>
              <a:ahLst/>
              <a:cxnLst/>
              <a:rect l="l" t="t" r="r" b="b"/>
              <a:pathLst>
                <a:path w="23250" h="1155" extrusionOk="0">
                  <a:moveTo>
                    <a:pt x="1" y="0"/>
                  </a:moveTo>
                  <a:lnTo>
                    <a:pt x="1" y="1154"/>
                  </a:lnTo>
                  <a:lnTo>
                    <a:pt x="23249" y="1154"/>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0"/>
            <p:cNvSpPr/>
            <p:nvPr/>
          </p:nvSpPr>
          <p:spPr>
            <a:xfrm>
              <a:off x="2337200" y="521175"/>
              <a:ext cx="581250" cy="28850"/>
            </a:xfrm>
            <a:custGeom>
              <a:avLst/>
              <a:gdLst/>
              <a:ahLst/>
              <a:cxnLst/>
              <a:rect l="l" t="t" r="r" b="b"/>
              <a:pathLst>
                <a:path w="23250" h="1154" extrusionOk="0">
                  <a:moveTo>
                    <a:pt x="1" y="1"/>
                  </a:moveTo>
                  <a:lnTo>
                    <a:pt x="1" y="1153"/>
                  </a:lnTo>
                  <a:lnTo>
                    <a:pt x="23249" y="1153"/>
                  </a:lnTo>
                  <a:lnTo>
                    <a:pt x="232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0"/>
            <p:cNvSpPr/>
            <p:nvPr/>
          </p:nvSpPr>
          <p:spPr>
            <a:xfrm>
              <a:off x="2337200" y="581225"/>
              <a:ext cx="290625" cy="28850"/>
            </a:xfrm>
            <a:custGeom>
              <a:avLst/>
              <a:gdLst/>
              <a:ahLst/>
              <a:cxnLst/>
              <a:rect l="l" t="t" r="r" b="b"/>
              <a:pathLst>
                <a:path w="11625" h="1154" extrusionOk="0">
                  <a:moveTo>
                    <a:pt x="1" y="1"/>
                  </a:moveTo>
                  <a:lnTo>
                    <a:pt x="1" y="1154"/>
                  </a:lnTo>
                  <a:lnTo>
                    <a:pt x="11625" y="1154"/>
                  </a:lnTo>
                  <a:lnTo>
                    <a:pt x="116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0"/>
            <p:cNvSpPr/>
            <p:nvPr/>
          </p:nvSpPr>
          <p:spPr>
            <a:xfrm>
              <a:off x="5549575" y="2338200"/>
              <a:ext cx="724525" cy="485125"/>
            </a:xfrm>
            <a:custGeom>
              <a:avLst/>
              <a:gdLst/>
              <a:ahLst/>
              <a:cxnLst/>
              <a:rect l="l" t="t" r="r" b="b"/>
              <a:pathLst>
                <a:path w="28981" h="19405" extrusionOk="0">
                  <a:moveTo>
                    <a:pt x="2657" y="0"/>
                  </a:moveTo>
                  <a:cubicBezTo>
                    <a:pt x="1189" y="0"/>
                    <a:pt x="0" y="1189"/>
                    <a:pt x="0" y="2656"/>
                  </a:cubicBezTo>
                  <a:lnTo>
                    <a:pt x="0" y="16748"/>
                  </a:lnTo>
                  <a:cubicBezTo>
                    <a:pt x="0" y="18216"/>
                    <a:pt x="1189" y="19405"/>
                    <a:pt x="2657" y="19405"/>
                  </a:cubicBezTo>
                  <a:lnTo>
                    <a:pt x="26325" y="19405"/>
                  </a:lnTo>
                  <a:cubicBezTo>
                    <a:pt x="27791" y="19405"/>
                    <a:pt x="28981" y="18216"/>
                    <a:pt x="28981" y="16748"/>
                  </a:cubicBezTo>
                  <a:lnTo>
                    <a:pt x="28981" y="2656"/>
                  </a:lnTo>
                  <a:cubicBezTo>
                    <a:pt x="28981" y="1189"/>
                    <a:pt x="27791" y="0"/>
                    <a:pt x="263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0"/>
            <p:cNvSpPr/>
            <p:nvPr/>
          </p:nvSpPr>
          <p:spPr>
            <a:xfrm>
              <a:off x="5489925" y="2278500"/>
              <a:ext cx="724500" cy="350525"/>
            </a:xfrm>
            <a:custGeom>
              <a:avLst/>
              <a:gdLst/>
              <a:ahLst/>
              <a:cxnLst/>
              <a:rect l="l" t="t" r="r" b="b"/>
              <a:pathLst>
                <a:path w="28980" h="14021" extrusionOk="0">
                  <a:moveTo>
                    <a:pt x="2656" y="0"/>
                  </a:moveTo>
                  <a:cubicBezTo>
                    <a:pt x="1189" y="0"/>
                    <a:pt x="0" y="1189"/>
                    <a:pt x="0" y="2657"/>
                  </a:cubicBezTo>
                  <a:lnTo>
                    <a:pt x="0" y="12904"/>
                  </a:lnTo>
                  <a:lnTo>
                    <a:pt x="5734" y="7169"/>
                  </a:lnTo>
                  <a:cubicBezTo>
                    <a:pt x="6365" y="6539"/>
                    <a:pt x="7192" y="6223"/>
                    <a:pt x="8018" y="6223"/>
                  </a:cubicBezTo>
                  <a:cubicBezTo>
                    <a:pt x="8845" y="6223"/>
                    <a:pt x="9671" y="6539"/>
                    <a:pt x="10301" y="7169"/>
                  </a:cubicBezTo>
                  <a:lnTo>
                    <a:pt x="15098" y="11965"/>
                  </a:lnTo>
                  <a:cubicBezTo>
                    <a:pt x="15729" y="12596"/>
                    <a:pt x="16555" y="12911"/>
                    <a:pt x="17381" y="12911"/>
                  </a:cubicBezTo>
                  <a:cubicBezTo>
                    <a:pt x="18208" y="12911"/>
                    <a:pt x="19034" y="12596"/>
                    <a:pt x="19665" y="11965"/>
                  </a:cubicBezTo>
                  <a:lnTo>
                    <a:pt x="21010" y="10620"/>
                  </a:lnTo>
                  <a:cubicBezTo>
                    <a:pt x="21641" y="9989"/>
                    <a:pt x="22468" y="9674"/>
                    <a:pt x="23294" y="9674"/>
                  </a:cubicBezTo>
                  <a:cubicBezTo>
                    <a:pt x="24121" y="9674"/>
                    <a:pt x="24948" y="9989"/>
                    <a:pt x="25578" y="10620"/>
                  </a:cubicBezTo>
                  <a:lnTo>
                    <a:pt x="28979" y="14020"/>
                  </a:lnTo>
                  <a:lnTo>
                    <a:pt x="28979" y="2657"/>
                  </a:lnTo>
                  <a:cubicBezTo>
                    <a:pt x="28979" y="1189"/>
                    <a:pt x="27790" y="0"/>
                    <a:pt x="26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0"/>
            <p:cNvSpPr/>
            <p:nvPr/>
          </p:nvSpPr>
          <p:spPr>
            <a:xfrm>
              <a:off x="5489925" y="2434075"/>
              <a:ext cx="724500" cy="329575"/>
            </a:xfrm>
            <a:custGeom>
              <a:avLst/>
              <a:gdLst/>
              <a:ahLst/>
              <a:cxnLst/>
              <a:rect l="l" t="t" r="r" b="b"/>
              <a:pathLst>
                <a:path w="28980" h="13183" extrusionOk="0">
                  <a:moveTo>
                    <a:pt x="8018" y="0"/>
                  </a:moveTo>
                  <a:cubicBezTo>
                    <a:pt x="7192" y="0"/>
                    <a:pt x="6365" y="316"/>
                    <a:pt x="5734" y="946"/>
                  </a:cubicBezTo>
                  <a:lnTo>
                    <a:pt x="0" y="6681"/>
                  </a:lnTo>
                  <a:lnTo>
                    <a:pt x="0" y="10526"/>
                  </a:lnTo>
                  <a:cubicBezTo>
                    <a:pt x="0" y="11993"/>
                    <a:pt x="1189" y="13182"/>
                    <a:pt x="2656" y="13182"/>
                  </a:cubicBezTo>
                  <a:lnTo>
                    <a:pt x="26323" y="13182"/>
                  </a:lnTo>
                  <a:cubicBezTo>
                    <a:pt x="27790" y="13182"/>
                    <a:pt x="28979" y="11993"/>
                    <a:pt x="28979" y="10526"/>
                  </a:cubicBezTo>
                  <a:lnTo>
                    <a:pt x="28979" y="7797"/>
                  </a:lnTo>
                  <a:lnTo>
                    <a:pt x="25578" y="4397"/>
                  </a:lnTo>
                  <a:cubicBezTo>
                    <a:pt x="24948" y="3766"/>
                    <a:pt x="24121" y="3451"/>
                    <a:pt x="23294" y="3451"/>
                  </a:cubicBezTo>
                  <a:cubicBezTo>
                    <a:pt x="22468" y="3451"/>
                    <a:pt x="21641" y="3766"/>
                    <a:pt x="21010" y="4397"/>
                  </a:cubicBezTo>
                  <a:lnTo>
                    <a:pt x="19665" y="5742"/>
                  </a:lnTo>
                  <a:cubicBezTo>
                    <a:pt x="19034" y="6373"/>
                    <a:pt x="18208" y="6688"/>
                    <a:pt x="17381" y="6688"/>
                  </a:cubicBezTo>
                  <a:cubicBezTo>
                    <a:pt x="16555" y="6688"/>
                    <a:pt x="15729" y="6373"/>
                    <a:pt x="15098" y="5742"/>
                  </a:cubicBezTo>
                  <a:lnTo>
                    <a:pt x="10301" y="946"/>
                  </a:lnTo>
                  <a:cubicBezTo>
                    <a:pt x="9671" y="316"/>
                    <a:pt x="8845" y="0"/>
                    <a:pt x="80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0"/>
            <p:cNvSpPr/>
            <p:nvPr/>
          </p:nvSpPr>
          <p:spPr>
            <a:xfrm>
              <a:off x="5947450" y="2324400"/>
              <a:ext cx="134475" cy="129375"/>
            </a:xfrm>
            <a:custGeom>
              <a:avLst/>
              <a:gdLst/>
              <a:ahLst/>
              <a:cxnLst/>
              <a:rect l="l" t="t" r="r" b="b"/>
              <a:pathLst>
                <a:path w="5379" h="5175" extrusionOk="0">
                  <a:moveTo>
                    <a:pt x="2791" y="0"/>
                  </a:moveTo>
                  <a:cubicBezTo>
                    <a:pt x="1744" y="0"/>
                    <a:pt x="801" y="630"/>
                    <a:pt x="401" y="1598"/>
                  </a:cubicBezTo>
                  <a:cubicBezTo>
                    <a:pt x="0" y="2564"/>
                    <a:pt x="222" y="3677"/>
                    <a:pt x="961" y="4417"/>
                  </a:cubicBezTo>
                  <a:cubicBezTo>
                    <a:pt x="1457" y="4912"/>
                    <a:pt x="2118" y="5175"/>
                    <a:pt x="2792" y="5175"/>
                  </a:cubicBezTo>
                  <a:cubicBezTo>
                    <a:pt x="3125" y="5175"/>
                    <a:pt x="3461" y="5110"/>
                    <a:pt x="3782" y="4978"/>
                  </a:cubicBezTo>
                  <a:cubicBezTo>
                    <a:pt x="4748" y="4577"/>
                    <a:pt x="5379" y="3634"/>
                    <a:pt x="5379" y="2588"/>
                  </a:cubicBezTo>
                  <a:cubicBezTo>
                    <a:pt x="5378" y="1159"/>
                    <a:pt x="4220" y="0"/>
                    <a:pt x="27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5" name="Google Shape;285;p33"/>
          <p:cNvSpPr txBox="1">
            <a:spLocks noGrp="1"/>
          </p:cNvSpPr>
          <p:nvPr>
            <p:ph type="title"/>
          </p:nvPr>
        </p:nvSpPr>
        <p:spPr>
          <a:xfrm>
            <a:off x="796050" y="201100"/>
            <a:ext cx="75519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400" dirty="0">
                <a:latin typeface="Times New Roman" panose="02020603050405020304" pitchFamily="18" charset="0"/>
                <a:cs typeface="Times New Roman" panose="02020603050405020304" pitchFamily="18" charset="0"/>
              </a:rPr>
              <a:t>Introduction &amp; Problem Statement</a:t>
            </a:r>
            <a:r>
              <a:rPr lang="en-US" sz="3000" dirty="0">
                <a:latin typeface="Times New Roman" panose="02020603050405020304" pitchFamily="18" charset="0"/>
                <a:cs typeface="Times New Roman" panose="02020603050405020304" pitchFamily="18" charset="0"/>
              </a:rPr>
              <a:t>-</a:t>
            </a:r>
            <a:endParaRPr lang="en-IN" dirty="0"/>
          </a:p>
        </p:txBody>
      </p:sp>
      <p:sp>
        <p:nvSpPr>
          <p:cNvPr id="286" name="Google Shape;286;p33"/>
          <p:cNvSpPr txBox="1">
            <a:spLocks noGrp="1"/>
          </p:cNvSpPr>
          <p:nvPr>
            <p:ph type="body" idx="1"/>
          </p:nvPr>
        </p:nvSpPr>
        <p:spPr>
          <a:xfrm>
            <a:off x="4572000" y="1538878"/>
            <a:ext cx="3565093" cy="1908300"/>
          </a:xfrm>
          <a:prstGeom prst="rect">
            <a:avLst/>
          </a:prstGeom>
        </p:spPr>
        <p:txBody>
          <a:bodyPr spcFirstLastPara="1" wrap="square" lIns="91425" tIns="91425" rIns="91425" bIns="91425" anchor="t" anchorCtr="0">
            <a:noAutofit/>
          </a:bodyPr>
          <a:lstStyle/>
          <a:p>
            <a:pPr>
              <a:buFont typeface="Wingdings" pitchFamily="2" charset="2"/>
              <a:buChar char="Ø"/>
            </a:pPr>
            <a:r>
              <a:rPr lang="en-IN" dirty="0">
                <a:solidFill>
                  <a:srgbClr val="1C1C1C"/>
                </a:solidFill>
                <a:latin typeface="Times New Roman" panose="02020603050405020304" pitchFamily="18" charset="0"/>
                <a:cs typeface="Times New Roman" panose="02020603050405020304" pitchFamily="18" charset="0"/>
              </a:rPr>
              <a:t>Our analysis will </a:t>
            </a:r>
            <a:r>
              <a:rPr lang="en-IN" dirty="0" err="1">
                <a:solidFill>
                  <a:srgbClr val="1C1C1C"/>
                </a:solidFill>
                <a:latin typeface="Times New Roman" panose="02020603050405020304" pitchFamily="18" charset="0"/>
                <a:cs typeface="Times New Roman" panose="02020603050405020304" pitchFamily="18" charset="0"/>
              </a:rPr>
              <a:t>center</a:t>
            </a:r>
            <a:r>
              <a:rPr lang="en-IN" dirty="0">
                <a:solidFill>
                  <a:srgbClr val="1C1C1C"/>
                </a:solidFill>
                <a:latin typeface="Times New Roman" panose="02020603050405020304" pitchFamily="18" charset="0"/>
                <a:cs typeface="Times New Roman" panose="02020603050405020304" pitchFamily="18" charset="0"/>
              </a:rPr>
              <a:t> on data related to food delivery, including order type, delivery time, delivery personnel details, and destination.</a:t>
            </a:r>
          </a:p>
          <a:p>
            <a:pPr>
              <a:buFont typeface="Wingdings"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itchFamily="2" charset="2"/>
              <a:buChar char="Ø"/>
            </a:pPr>
            <a:r>
              <a:rPr lang="en-US" sz="1600" dirty="0">
                <a:latin typeface="Times New Roman" panose="02020603050405020304" pitchFamily="18" charset="0"/>
                <a:cs typeface="Times New Roman" panose="02020603050405020304" pitchFamily="18" charset="0"/>
              </a:rPr>
              <a:t>This project analyzes historical data to accurately forecast food delivery times, optimizing delivery processes and improving customer experiences.</a:t>
            </a:r>
          </a:p>
          <a:p>
            <a:pPr marL="0" lvl="0" indent="0" rtl="0">
              <a:spcBef>
                <a:spcPts val="1600"/>
              </a:spcBef>
              <a:spcAft>
                <a:spcPts val="1600"/>
              </a:spcAft>
              <a:buNone/>
            </a:pPr>
            <a:endParaRPr dirty="0"/>
          </a:p>
        </p:txBody>
      </p:sp>
      <p:pic>
        <p:nvPicPr>
          <p:cNvPr id="6" name="Picture 5" descr="A cartoon of a person riding a scooter&#10;&#10;Description automatically generated">
            <a:extLst>
              <a:ext uri="{FF2B5EF4-FFF2-40B4-BE49-F238E27FC236}">
                <a16:creationId xmlns:a16="http://schemas.microsoft.com/office/drawing/2014/main" id="{3D35808E-A5AC-0ACF-D21B-2B908671E25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244285" y="1538878"/>
            <a:ext cx="2650352" cy="21016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6">
                                            <p:txEl>
                                              <p:pRg st="0" end="0"/>
                                            </p:txEl>
                                          </p:spTgt>
                                        </p:tgtEl>
                                        <p:attrNameLst>
                                          <p:attrName>style.visibility</p:attrName>
                                        </p:attrNameLst>
                                      </p:cBhvr>
                                      <p:to>
                                        <p:strVal val="visible"/>
                                      </p:to>
                                    </p:set>
                                    <p:animEffect transition="in" filter="fade">
                                      <p:cBhvr>
                                        <p:cTn id="7" dur="500"/>
                                        <p:tgtEl>
                                          <p:spTgt spid="2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6">
                                            <p:txEl>
                                              <p:pRg st="2" end="2"/>
                                            </p:txEl>
                                          </p:spTgt>
                                        </p:tgtEl>
                                        <p:attrNameLst>
                                          <p:attrName>style.visibility</p:attrName>
                                        </p:attrNameLst>
                                      </p:cBhvr>
                                      <p:to>
                                        <p:strVal val="visible"/>
                                      </p:to>
                                    </p:set>
                                    <p:animEffect transition="in" filter="fade">
                                      <p:cBhvr>
                                        <p:cTn id="12" dur="500"/>
                                        <p:tgtEl>
                                          <p:spTgt spid="2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58;p34">
            <a:extLst>
              <a:ext uri="{FF2B5EF4-FFF2-40B4-BE49-F238E27FC236}">
                <a16:creationId xmlns:a16="http://schemas.microsoft.com/office/drawing/2014/main" id="{654E767F-3EB3-0EE3-7734-13FCA8CA2136}"/>
              </a:ext>
            </a:extLst>
          </p:cNvPr>
          <p:cNvSpPr txBox="1">
            <a:spLocks/>
          </p:cNvSpPr>
          <p:nvPr/>
        </p:nvSpPr>
        <p:spPr>
          <a:xfrm>
            <a:off x="472665" y="1269929"/>
            <a:ext cx="4868770" cy="300098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Clr>
                <a:schemeClr val="dk2"/>
              </a:buClr>
              <a:buFont typeface="+mj-lt"/>
              <a:buAutoNum type="arabicPeriod"/>
            </a:pPr>
            <a:r>
              <a:rPr lang="en-IN" sz="1600" b="1" dirty="0">
                <a:latin typeface="Times New Roman" panose="02020603050405020304" pitchFamily="18" charset="0"/>
                <a:cs typeface="Times New Roman" panose="02020603050405020304" pitchFamily="18" charset="0"/>
              </a:rPr>
              <a:t>DATA COLLECTION AND LOADING: </a:t>
            </a:r>
            <a:r>
              <a:rPr lang="en-IN" sz="1600" dirty="0">
                <a:latin typeface="Times New Roman" panose="02020603050405020304" pitchFamily="18" charset="0"/>
                <a:cs typeface="Times New Roman" panose="02020603050405020304" pitchFamily="18" charset="0"/>
              </a:rPr>
              <a:t>Load Kaggle's online retail platform database into a Pandas data frame.</a:t>
            </a:r>
          </a:p>
          <a:p>
            <a:pPr marL="342900" indent="-342900">
              <a:buClr>
                <a:schemeClr val="dk2"/>
              </a:buClr>
              <a:buFont typeface="+mj-lt"/>
              <a:buAutoNum type="arabicPeriod"/>
            </a:pPr>
            <a:r>
              <a:rPr lang="en-IN" sz="1600" b="1" dirty="0">
                <a:latin typeface="Times New Roman" panose="02020603050405020304" pitchFamily="18" charset="0"/>
                <a:cs typeface="Times New Roman" panose="02020603050405020304" pitchFamily="18" charset="0"/>
              </a:rPr>
              <a:t>DATA EXPLORATION: </a:t>
            </a:r>
            <a:r>
              <a:rPr lang="en-IN" sz="1600" dirty="0">
                <a:latin typeface="Times New Roman" panose="02020603050405020304" pitchFamily="18" charset="0"/>
                <a:cs typeface="Times New Roman" panose="02020603050405020304" pitchFamily="18" charset="0"/>
              </a:rPr>
              <a:t>Exploring the number of rows &amp; columns, ranges of values etc.</a:t>
            </a:r>
          </a:p>
          <a:p>
            <a:pPr marL="342900" indent="-342900">
              <a:buClr>
                <a:schemeClr val="dk2"/>
              </a:buClr>
              <a:buFont typeface="+mj-lt"/>
              <a:buAutoNum type="arabicPeriod"/>
            </a:pPr>
            <a:r>
              <a:rPr lang="en-IN" sz="1600" b="1" dirty="0">
                <a:latin typeface="Times New Roman" panose="02020603050405020304" pitchFamily="18" charset="0"/>
                <a:cs typeface="Times New Roman" panose="02020603050405020304" pitchFamily="18" charset="0"/>
              </a:rPr>
              <a:t>DATA PREPARATION: </a:t>
            </a:r>
            <a:r>
              <a:rPr lang="en-IN" sz="1600" dirty="0">
                <a:latin typeface="Times New Roman" panose="02020603050405020304" pitchFamily="18" charset="0"/>
                <a:cs typeface="Times New Roman" panose="02020603050405020304" pitchFamily="18" charset="0"/>
              </a:rPr>
              <a:t>Modifying column values, creating additional columns, dropping unnecessary ones, and updating data types.</a:t>
            </a:r>
          </a:p>
          <a:p>
            <a:pPr marL="342900" indent="-342900">
              <a:buClr>
                <a:schemeClr val="dk2"/>
              </a:buClr>
              <a:buFont typeface="+mj-lt"/>
              <a:buAutoNum type="arabicPeriod"/>
            </a:pPr>
            <a:r>
              <a:rPr lang="en-IN" sz="1600" b="1" dirty="0">
                <a:latin typeface="Times New Roman" panose="02020603050405020304" pitchFamily="18" charset="0"/>
                <a:cs typeface="Times New Roman" panose="02020603050405020304" pitchFamily="18" charset="0"/>
              </a:rPr>
              <a:t>DATA CLEANING: </a:t>
            </a:r>
            <a:r>
              <a:rPr lang="en-IN" sz="1600" dirty="0" err="1">
                <a:latin typeface="Times New Roman" panose="02020603050405020304" pitchFamily="18" charset="0"/>
                <a:cs typeface="Times New Roman" panose="02020603050405020304" pitchFamily="18" charset="0"/>
              </a:rPr>
              <a:t>Preprocess</a:t>
            </a:r>
            <a:r>
              <a:rPr lang="en-IN" sz="1600" dirty="0">
                <a:latin typeface="Times New Roman" panose="02020603050405020304" pitchFamily="18" charset="0"/>
                <a:cs typeface="Times New Roman" panose="02020603050405020304" pitchFamily="18" charset="0"/>
              </a:rPr>
              <a:t> the data which involves handling missing values, removing duplicates, and ensuring data consistency.</a:t>
            </a:r>
          </a:p>
          <a:p>
            <a:pPr marL="342900" indent="-342900">
              <a:buClr>
                <a:schemeClr val="dk2"/>
              </a:buClr>
              <a:buFont typeface="+mj-lt"/>
              <a:buAutoNum type="arabicPeriod"/>
            </a:pPr>
            <a:r>
              <a:rPr lang="en-IN" sz="1600" b="1" dirty="0">
                <a:latin typeface="Times New Roman" panose="02020603050405020304" pitchFamily="18" charset="0"/>
                <a:cs typeface="Times New Roman" panose="02020603050405020304" pitchFamily="18" charset="0"/>
              </a:rPr>
              <a:t>DATA VISUALIZATION:</a:t>
            </a:r>
            <a:r>
              <a:rPr lang="en-IN" sz="1600" dirty="0">
                <a:latin typeface="Times New Roman" panose="02020603050405020304" pitchFamily="18" charset="0"/>
                <a:cs typeface="Times New Roman" panose="02020603050405020304" pitchFamily="18" charset="0"/>
              </a:rPr>
              <a:t> Visualizing data through charts and graphs to identify patterns, trends, and relationships.</a:t>
            </a:r>
          </a:p>
        </p:txBody>
      </p:sp>
      <p:sp>
        <p:nvSpPr>
          <p:cNvPr id="3" name="Google Shape;359;p34">
            <a:extLst>
              <a:ext uri="{FF2B5EF4-FFF2-40B4-BE49-F238E27FC236}">
                <a16:creationId xmlns:a16="http://schemas.microsoft.com/office/drawing/2014/main" id="{7B0975EE-6D1C-23F9-AA72-297E7D44539B}"/>
              </a:ext>
            </a:extLst>
          </p:cNvPr>
          <p:cNvSpPr txBox="1">
            <a:spLocks/>
          </p:cNvSpPr>
          <p:nvPr/>
        </p:nvSpPr>
        <p:spPr>
          <a:xfrm>
            <a:off x="472664" y="558650"/>
            <a:ext cx="4099336" cy="507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en-IN" sz="2400" b="1" i="0" u="sng" strike="noStrike" kern="0" cap="none" spc="0" normalizeH="0" baseline="0" noProof="0" dirty="0">
                <a:ln>
                  <a:noFill/>
                </a:ln>
                <a:solidFill>
                  <a:srgbClr val="C5404E"/>
                </a:solidFill>
                <a:effectLst/>
                <a:uLnTx/>
                <a:uFillTx/>
                <a:latin typeface="Times New Roman" panose="02020603050405020304" pitchFamily="18" charset="0"/>
                <a:cs typeface="Times New Roman" panose="02020603050405020304" pitchFamily="18" charset="0"/>
                <a:sym typeface="Advent Pro"/>
              </a:rPr>
              <a:t>METHODOLOGY</a:t>
            </a:r>
            <a:r>
              <a:rPr kumimoji="0" lang="en-IN" sz="2400" b="1" i="0" u="none" strike="noStrike" kern="0" cap="none" spc="0" normalizeH="0" baseline="0" noProof="0" dirty="0">
                <a:ln>
                  <a:noFill/>
                </a:ln>
                <a:solidFill>
                  <a:srgbClr val="C5404E"/>
                </a:solidFill>
                <a:effectLst/>
                <a:uLnTx/>
                <a:uFillTx/>
                <a:latin typeface="Times New Roman" panose="02020603050405020304" pitchFamily="18" charset="0"/>
                <a:cs typeface="Times New Roman" panose="02020603050405020304" pitchFamily="18" charset="0"/>
                <a:sym typeface="Advent Pro"/>
              </a:rPr>
              <a:t> :</a:t>
            </a:r>
            <a:endParaRPr lang="en-IN" sz="2400" dirty="0">
              <a:latin typeface="Times New Roman" panose="02020603050405020304" pitchFamily="18" charset="0"/>
              <a:cs typeface="Times New Roman" panose="02020603050405020304" pitchFamily="18" charset="0"/>
            </a:endParaRPr>
          </a:p>
        </p:txBody>
      </p:sp>
      <p:pic>
        <p:nvPicPr>
          <p:cNvPr id="7" name="Picture 6" descr="A blue letter on a black background&#10;&#10;Description automatically generated">
            <a:extLst>
              <a:ext uri="{FF2B5EF4-FFF2-40B4-BE49-F238E27FC236}">
                <a16:creationId xmlns:a16="http://schemas.microsoft.com/office/drawing/2014/main" id="{CBB0B2A6-0958-EBB0-CCCA-E0D7F77804B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185179" y="3034926"/>
            <a:ext cx="1435161" cy="514266"/>
          </a:xfrm>
          <a:prstGeom prst="rect">
            <a:avLst/>
          </a:prstGeom>
        </p:spPr>
      </p:pic>
      <p:pic>
        <p:nvPicPr>
          <p:cNvPr id="13" name="Picture 12" descr="A logo with text on it&#10;&#10;Description automatically generated">
            <a:extLst>
              <a:ext uri="{FF2B5EF4-FFF2-40B4-BE49-F238E27FC236}">
                <a16:creationId xmlns:a16="http://schemas.microsoft.com/office/drawing/2014/main" id="{0CD6D60A-742D-D5C4-E2B9-964B12D29E55}"/>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501656" y="1125934"/>
            <a:ext cx="3374024" cy="1687013"/>
          </a:xfrm>
          <a:prstGeom prst="rect">
            <a:avLst/>
          </a:prstGeom>
        </p:spPr>
      </p:pic>
      <p:pic>
        <p:nvPicPr>
          <p:cNvPr id="16" name="Picture 15" descr="A blue bear on a yellow board&#10;&#10;Description automatically generated">
            <a:extLst>
              <a:ext uri="{FF2B5EF4-FFF2-40B4-BE49-F238E27FC236}">
                <a16:creationId xmlns:a16="http://schemas.microsoft.com/office/drawing/2014/main" id="{50B621D7-1353-DD89-63AD-CE93A2F8D615}"/>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6070822" y="2414428"/>
            <a:ext cx="2988959" cy="1755261"/>
          </a:xfrm>
          <a:prstGeom prst="rect">
            <a:avLst/>
          </a:prstGeom>
        </p:spPr>
      </p:pic>
      <p:pic>
        <p:nvPicPr>
          <p:cNvPr id="19" name="Picture 18" descr="A blue and orange logo&#10;&#10;Description automatically generated">
            <a:extLst>
              <a:ext uri="{FF2B5EF4-FFF2-40B4-BE49-F238E27FC236}">
                <a16:creationId xmlns:a16="http://schemas.microsoft.com/office/drawing/2014/main" id="{E084CD93-7D80-5EA7-C933-512A6E06F2F4}"/>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5685757" y="2357215"/>
            <a:ext cx="2204967" cy="440993"/>
          </a:xfrm>
          <a:prstGeom prst="rect">
            <a:avLst/>
          </a:prstGeom>
        </p:spPr>
      </p:pic>
      <p:pic>
        <p:nvPicPr>
          <p:cNvPr id="25" name="Picture 24" descr="A close-up of a logo&#10;&#10;Description automatically generated">
            <a:extLst>
              <a:ext uri="{FF2B5EF4-FFF2-40B4-BE49-F238E27FC236}">
                <a16:creationId xmlns:a16="http://schemas.microsoft.com/office/drawing/2014/main" id="{187C4C50-5578-3D9D-0F19-FE76E533475C}"/>
              </a:ext>
            </a:extLst>
          </p:cNvPr>
          <p:cNvPicPr>
            <a:picLocks noChangeAspect="1"/>
          </p:cNvPicPr>
          <p:nvPr/>
        </p:nvPicPr>
        <p:blipFill>
          <a:blip r:embed="rId10">
            <a:extLst>
              <a:ext uri="{837473B0-CC2E-450A-ABE3-18F120FF3D39}">
                <a1611:picAttrSrcUrl xmlns:a1611="http://schemas.microsoft.com/office/drawing/2016/11/main" r:id="rId11"/>
              </a:ext>
            </a:extLst>
          </a:blip>
          <a:stretch>
            <a:fillRect/>
          </a:stretch>
        </p:blipFill>
        <p:spPr>
          <a:xfrm>
            <a:off x="6617098" y="2950664"/>
            <a:ext cx="1433534" cy="446289"/>
          </a:xfrm>
          <a:prstGeom prst="rect">
            <a:avLst/>
          </a:prstGeom>
        </p:spPr>
      </p:pic>
    </p:spTree>
    <p:extLst>
      <p:ext uri="{BB962C8B-B14F-4D97-AF65-F5344CB8AC3E}">
        <p14:creationId xmlns:p14="http://schemas.microsoft.com/office/powerpoint/2010/main" val="369344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dissolv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dissolv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dissolv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59;p34">
            <a:extLst>
              <a:ext uri="{FF2B5EF4-FFF2-40B4-BE49-F238E27FC236}">
                <a16:creationId xmlns:a16="http://schemas.microsoft.com/office/drawing/2014/main" id="{7B0975EE-6D1C-23F9-AA72-297E7D44539B}"/>
              </a:ext>
            </a:extLst>
          </p:cNvPr>
          <p:cNvSpPr txBox="1">
            <a:spLocks/>
          </p:cNvSpPr>
          <p:nvPr/>
        </p:nvSpPr>
        <p:spPr>
          <a:xfrm>
            <a:off x="503083" y="670163"/>
            <a:ext cx="4868770" cy="507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en-IN" sz="2400" b="1" i="0" u="sng" strike="noStrike" kern="0" cap="none" spc="0" normalizeH="0" baseline="0" noProof="0" dirty="0">
                <a:ln>
                  <a:noFill/>
                </a:ln>
                <a:solidFill>
                  <a:srgbClr val="C5404E"/>
                </a:solidFill>
                <a:effectLst/>
                <a:uLnTx/>
                <a:uFillTx/>
                <a:latin typeface="Times New Roman" panose="02020603050405020304" pitchFamily="18" charset="0"/>
                <a:cs typeface="Times New Roman" panose="02020603050405020304" pitchFamily="18" charset="0"/>
                <a:sym typeface="Advent Pro"/>
              </a:rPr>
              <a:t>DATA EXPLORATION</a:t>
            </a:r>
            <a:r>
              <a:rPr kumimoji="0" lang="en-IN" sz="2400" b="1" i="0" u="none" strike="noStrike" kern="0" cap="none" spc="0" normalizeH="0" baseline="0" noProof="0" dirty="0">
                <a:ln>
                  <a:noFill/>
                </a:ln>
                <a:solidFill>
                  <a:srgbClr val="C5404E"/>
                </a:solidFill>
                <a:effectLst/>
                <a:uLnTx/>
                <a:uFillTx/>
                <a:latin typeface="Times New Roman" panose="02020603050405020304" pitchFamily="18" charset="0"/>
                <a:cs typeface="Times New Roman" panose="02020603050405020304" pitchFamily="18" charset="0"/>
                <a:sym typeface="Advent Pro"/>
              </a:rPr>
              <a:t>:</a:t>
            </a:r>
            <a:endParaRPr lang="en-IN" sz="2400" dirty="0">
              <a:latin typeface="Times New Roman" panose="02020603050405020304" pitchFamily="18" charset="0"/>
              <a:cs typeface="Times New Roman" panose="02020603050405020304" pitchFamily="18" charset="0"/>
            </a:endParaRPr>
          </a:p>
        </p:txBody>
      </p:sp>
      <p:pic>
        <p:nvPicPr>
          <p:cNvPr id="7" name="Picture 6" descr="A screenshot of a computer&#10;&#10;Description automatically generated">
            <a:extLst>
              <a:ext uri="{FF2B5EF4-FFF2-40B4-BE49-F238E27FC236}">
                <a16:creationId xmlns:a16="http://schemas.microsoft.com/office/drawing/2014/main" id="{59308FFD-0A1E-F250-32E4-C21B611096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083" y="1819907"/>
            <a:ext cx="8137834" cy="2302977"/>
          </a:xfrm>
          <a:prstGeom prst="rect">
            <a:avLst/>
          </a:prstGeom>
          <a:ln>
            <a:solidFill>
              <a:schemeClr val="tx1"/>
            </a:solidFill>
          </a:ln>
        </p:spPr>
      </p:pic>
      <p:sp>
        <p:nvSpPr>
          <p:cNvPr id="9" name="Google Shape;286;p33">
            <a:extLst>
              <a:ext uri="{FF2B5EF4-FFF2-40B4-BE49-F238E27FC236}">
                <a16:creationId xmlns:a16="http://schemas.microsoft.com/office/drawing/2014/main" id="{3F629F3A-771B-E8BE-07A7-9C94B3D36BC5}"/>
              </a:ext>
            </a:extLst>
          </p:cNvPr>
          <p:cNvSpPr txBox="1">
            <a:spLocks/>
          </p:cNvSpPr>
          <p:nvPr/>
        </p:nvSpPr>
        <p:spPr>
          <a:xfrm>
            <a:off x="503083" y="1020616"/>
            <a:ext cx="3876358" cy="9144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dirty="0">
              <a:latin typeface="Times New Roman" panose="02020603050405020304" pitchFamily="18" charset="0"/>
              <a:cs typeface="Times New Roman" panose="02020603050405020304" pitchFamily="18" charset="0"/>
            </a:endParaRPr>
          </a:p>
          <a:p>
            <a:pPr>
              <a:buFont typeface="Wingdings" pitchFamily="2" charset="2"/>
              <a:buChar char="Ø"/>
            </a:pPr>
            <a:r>
              <a:rPr lang="en-US" sz="1600" dirty="0">
                <a:latin typeface="Times New Roman" panose="02020603050405020304" pitchFamily="18" charset="0"/>
                <a:ea typeface="Sora" pitchFamily="34" charset="-122"/>
                <a:cs typeface="Times New Roman" panose="02020603050405020304" pitchFamily="18" charset="0"/>
              </a:rPr>
              <a:t> Our data has 41368 rows and 27 columns. </a:t>
            </a:r>
            <a:endParaRPr lang="en-IN" sz="1600" dirty="0">
              <a:latin typeface="Times New Roman" panose="02020603050405020304" pitchFamily="18" charset="0"/>
              <a:cs typeface="Times New Roman" panose="02020603050405020304" pitchFamily="18" charset="0"/>
            </a:endParaRPr>
          </a:p>
          <a:p>
            <a:pPr>
              <a:spcBef>
                <a:spcPts val="1600"/>
              </a:spcBef>
              <a:spcAft>
                <a:spcPts val="1600"/>
              </a:spcAft>
            </a:pPr>
            <a:endParaRPr lang="en-IN" dirty="0"/>
          </a:p>
        </p:txBody>
      </p:sp>
    </p:spTree>
    <p:extLst>
      <p:ext uri="{BB962C8B-B14F-4D97-AF65-F5344CB8AC3E}">
        <p14:creationId xmlns:p14="http://schemas.microsoft.com/office/powerpoint/2010/main" val="34570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A99696-A836-8C93-64D2-B2ED03CBC2C5}"/>
              </a:ext>
            </a:extLst>
          </p:cNvPr>
          <p:cNvSpPr>
            <a:spLocks noGrp="1"/>
          </p:cNvSpPr>
          <p:nvPr>
            <p:ph idx="1"/>
          </p:nvPr>
        </p:nvSpPr>
        <p:spPr>
          <a:xfrm>
            <a:off x="201546" y="1024755"/>
            <a:ext cx="4623821" cy="329928"/>
          </a:xfrm>
        </p:spPr>
        <p:txBody>
          <a:bodyPr>
            <a:noAutofit/>
          </a:bodyPr>
          <a:lstStyle/>
          <a:p>
            <a:pPr marL="0" indent="0">
              <a:buNone/>
            </a:pPr>
            <a:r>
              <a:rPr lang="en-US" sz="1500" dirty="0">
                <a:latin typeface="Times New Roman" panose="02020603050405020304" pitchFamily="18" charset="0"/>
                <a:cs typeface="Times New Roman" panose="02020603050405020304" pitchFamily="18" charset="0"/>
              </a:rPr>
              <a:t>There are 8 columns which contains Missing values:</a:t>
            </a:r>
          </a:p>
        </p:txBody>
      </p:sp>
      <p:sp>
        <p:nvSpPr>
          <p:cNvPr id="4" name="Content Placeholder 2">
            <a:extLst>
              <a:ext uri="{FF2B5EF4-FFF2-40B4-BE49-F238E27FC236}">
                <a16:creationId xmlns:a16="http://schemas.microsoft.com/office/drawing/2014/main" id="{B504DD9B-33B2-0BAE-C311-D731FE0D4CF9}"/>
              </a:ext>
            </a:extLst>
          </p:cNvPr>
          <p:cNvSpPr txBox="1">
            <a:spLocks/>
          </p:cNvSpPr>
          <p:nvPr/>
        </p:nvSpPr>
        <p:spPr>
          <a:xfrm>
            <a:off x="3712511" y="2019608"/>
            <a:ext cx="1718981" cy="252744"/>
          </a:xfrm>
          <a:prstGeom prst="rect">
            <a:avLst/>
          </a:prstGeom>
        </p:spPr>
        <p:txBody>
          <a:bodyPr vert="horz" lIns="68580" tIns="34290" rIns="68580" bIns="3429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50" u="sng" dirty="0"/>
              <a:t>Removing Missing values </a:t>
            </a:r>
            <a:r>
              <a:rPr lang="en-US" sz="1050" dirty="0"/>
              <a:t>-&gt;</a:t>
            </a:r>
          </a:p>
        </p:txBody>
      </p:sp>
      <p:pic>
        <p:nvPicPr>
          <p:cNvPr id="6" name="Picture 5" descr="A screenshot of a computer&#10;&#10;Description automatically generated">
            <a:extLst>
              <a:ext uri="{FF2B5EF4-FFF2-40B4-BE49-F238E27FC236}">
                <a16:creationId xmlns:a16="http://schemas.microsoft.com/office/drawing/2014/main" id="{B6213CDB-22C7-9D51-F7F5-BCFCC97D7ACB}"/>
              </a:ext>
            </a:extLst>
          </p:cNvPr>
          <p:cNvPicPr>
            <a:picLocks noChangeAspect="1"/>
          </p:cNvPicPr>
          <p:nvPr/>
        </p:nvPicPr>
        <p:blipFill rotWithShape="1">
          <a:blip r:embed="rId2">
            <a:extLst>
              <a:ext uri="{28A0092B-C50C-407E-A947-70E740481C1C}">
                <a14:useLocalDpi xmlns:a14="http://schemas.microsoft.com/office/drawing/2010/main" val="0"/>
              </a:ext>
            </a:extLst>
          </a:blip>
          <a:srcRect r="47171"/>
          <a:stretch/>
        </p:blipFill>
        <p:spPr>
          <a:xfrm>
            <a:off x="290756" y="1446033"/>
            <a:ext cx="3421755" cy="1477081"/>
          </a:xfrm>
          <a:prstGeom prst="rect">
            <a:avLst/>
          </a:prstGeom>
          <a:ln>
            <a:solidFill>
              <a:schemeClr val="tx1"/>
            </a:solidFill>
          </a:ln>
        </p:spPr>
      </p:pic>
      <p:pic>
        <p:nvPicPr>
          <p:cNvPr id="8" name="Picture 7" descr="A screenshot of a computer&#10;&#10;Description automatically generated">
            <a:extLst>
              <a:ext uri="{FF2B5EF4-FFF2-40B4-BE49-F238E27FC236}">
                <a16:creationId xmlns:a16="http://schemas.microsoft.com/office/drawing/2014/main" id="{2DC3ED75-6906-30C3-6432-E60CABA6E1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0600" y="1153797"/>
            <a:ext cx="3289112" cy="1769316"/>
          </a:xfrm>
          <a:prstGeom prst="rect">
            <a:avLst/>
          </a:prstGeom>
          <a:ln>
            <a:solidFill>
              <a:schemeClr val="tx1"/>
            </a:solidFill>
          </a:ln>
        </p:spPr>
      </p:pic>
      <p:sp>
        <p:nvSpPr>
          <p:cNvPr id="9" name="Content Placeholder 2">
            <a:extLst>
              <a:ext uri="{FF2B5EF4-FFF2-40B4-BE49-F238E27FC236}">
                <a16:creationId xmlns:a16="http://schemas.microsoft.com/office/drawing/2014/main" id="{54DBA581-3766-AEBB-E7B4-4CA9D630C73F}"/>
              </a:ext>
            </a:extLst>
          </p:cNvPr>
          <p:cNvSpPr txBox="1">
            <a:spLocks/>
          </p:cNvSpPr>
          <p:nvPr/>
        </p:nvSpPr>
        <p:spPr>
          <a:xfrm>
            <a:off x="290756" y="3263014"/>
            <a:ext cx="2617600" cy="329928"/>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dirty="0">
                <a:latin typeface="Times New Roman" panose="02020603050405020304" pitchFamily="18" charset="0"/>
                <a:cs typeface="Times New Roman" panose="02020603050405020304" pitchFamily="18" charset="0"/>
              </a:rPr>
              <a:t>Checking for duplicate values:</a:t>
            </a:r>
          </a:p>
        </p:txBody>
      </p:sp>
      <p:pic>
        <p:nvPicPr>
          <p:cNvPr id="11" name="Picture 10" descr="A close-up of a message&#10;&#10;Description automatically generated">
            <a:extLst>
              <a:ext uri="{FF2B5EF4-FFF2-40B4-BE49-F238E27FC236}">
                <a16:creationId xmlns:a16="http://schemas.microsoft.com/office/drawing/2014/main" id="{03701F98-6BCA-7E50-F533-2F16C1D741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911" y="3823470"/>
            <a:ext cx="2895600" cy="590550"/>
          </a:xfrm>
          <a:prstGeom prst="rect">
            <a:avLst/>
          </a:prstGeom>
          <a:ln w="12700">
            <a:solidFill>
              <a:schemeClr val="tx1"/>
            </a:solidFill>
          </a:ln>
        </p:spPr>
      </p:pic>
      <p:sp>
        <p:nvSpPr>
          <p:cNvPr id="5" name="Google Shape;359;p34">
            <a:extLst>
              <a:ext uri="{FF2B5EF4-FFF2-40B4-BE49-F238E27FC236}">
                <a16:creationId xmlns:a16="http://schemas.microsoft.com/office/drawing/2014/main" id="{1AA1A2E1-69AB-D0E2-225C-D0E378E10F81}"/>
              </a:ext>
            </a:extLst>
          </p:cNvPr>
          <p:cNvSpPr txBox="1">
            <a:spLocks/>
          </p:cNvSpPr>
          <p:nvPr/>
        </p:nvSpPr>
        <p:spPr>
          <a:xfrm>
            <a:off x="290756" y="512086"/>
            <a:ext cx="4868770" cy="507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en-IN" sz="2400" b="1" i="0" u="sng" strike="noStrike" kern="0" cap="none" spc="0" normalizeH="0" baseline="0" noProof="0" dirty="0">
                <a:ln>
                  <a:noFill/>
                </a:ln>
                <a:solidFill>
                  <a:srgbClr val="C5404E"/>
                </a:solidFill>
                <a:effectLst/>
                <a:uLnTx/>
                <a:uFillTx/>
                <a:latin typeface="Times New Roman" panose="02020603050405020304" pitchFamily="18" charset="0"/>
                <a:cs typeface="Times New Roman" panose="02020603050405020304" pitchFamily="18" charset="0"/>
                <a:sym typeface="Advent Pro"/>
              </a:rPr>
              <a:t>DATA CLEANING</a:t>
            </a:r>
            <a:r>
              <a:rPr kumimoji="0" lang="en-IN" sz="2400" b="1" i="0" u="none" strike="noStrike" kern="0" cap="none" spc="0" normalizeH="0" baseline="0" noProof="0" dirty="0">
                <a:ln>
                  <a:noFill/>
                </a:ln>
                <a:solidFill>
                  <a:srgbClr val="C5404E"/>
                </a:solidFill>
                <a:effectLst/>
                <a:uLnTx/>
                <a:uFillTx/>
                <a:latin typeface="Times New Roman" panose="02020603050405020304" pitchFamily="18" charset="0"/>
                <a:cs typeface="Times New Roman" panose="02020603050405020304" pitchFamily="18" charset="0"/>
                <a:sym typeface="Advent Pro"/>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8175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898BF6-E1AF-3443-946D-A5F4424A5CFD}"/>
              </a:ext>
            </a:extLst>
          </p:cNvPr>
          <p:cNvSpPr>
            <a:spLocks noGrp="1"/>
          </p:cNvSpPr>
          <p:nvPr>
            <p:ph idx="1"/>
          </p:nvPr>
        </p:nvSpPr>
        <p:spPr>
          <a:xfrm>
            <a:off x="565561" y="2124614"/>
            <a:ext cx="8012877" cy="894272"/>
          </a:xfrm>
        </p:spPr>
        <p:txBody>
          <a:bodyPr anchor="t">
            <a:noAutofit/>
          </a:bodyPr>
          <a:lstStyle/>
          <a:p>
            <a:pPr marL="114300" indent="0" algn="just">
              <a:buNone/>
            </a:pPr>
            <a:r>
              <a:rPr lang="en-US" b="1" dirty="0">
                <a:latin typeface="Times New Roman" panose="02020603050405020304" pitchFamily="18" charset="0"/>
                <a:cs typeface="Times New Roman" panose="02020603050405020304" pitchFamily="18" charset="0"/>
              </a:rPr>
              <a:t>Can we build a predictive model to estimate delivery time based on a combination of weather conditions, road traffic density, and the type of vehicle used, while also considering the festival and city variables?</a:t>
            </a:r>
            <a:endParaRPr lang="en-US" b="1" dirty="0"/>
          </a:p>
        </p:txBody>
      </p:sp>
      <p:sp>
        <p:nvSpPr>
          <p:cNvPr id="5" name="Google Shape;359;p34">
            <a:extLst>
              <a:ext uri="{FF2B5EF4-FFF2-40B4-BE49-F238E27FC236}">
                <a16:creationId xmlns:a16="http://schemas.microsoft.com/office/drawing/2014/main" id="{D47758E1-1A30-FC0D-0292-90404B2B0236}"/>
              </a:ext>
            </a:extLst>
          </p:cNvPr>
          <p:cNvSpPr txBox="1">
            <a:spLocks/>
          </p:cNvSpPr>
          <p:nvPr/>
        </p:nvSpPr>
        <p:spPr>
          <a:xfrm>
            <a:off x="565561" y="1415334"/>
            <a:ext cx="4868770" cy="507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en-IN" sz="2400" b="1" i="0" u="sng" strike="noStrike" kern="0" cap="none" spc="0" normalizeH="0" baseline="0" noProof="0" dirty="0">
                <a:ln>
                  <a:noFill/>
                </a:ln>
                <a:solidFill>
                  <a:srgbClr val="C5404E"/>
                </a:solidFill>
                <a:effectLst/>
                <a:uLnTx/>
                <a:uFillTx/>
                <a:latin typeface="Times New Roman" panose="02020603050405020304" pitchFamily="18" charset="0"/>
                <a:cs typeface="Times New Roman" panose="02020603050405020304" pitchFamily="18" charset="0"/>
                <a:sym typeface="Advent Pro"/>
              </a:rPr>
              <a:t>DATA VISUALIZATION</a:t>
            </a:r>
            <a:r>
              <a:rPr kumimoji="0" lang="en-IN" sz="2400" b="1" i="0" u="none" strike="noStrike" kern="0" cap="none" spc="0" normalizeH="0" baseline="0" noProof="0" dirty="0">
                <a:ln>
                  <a:noFill/>
                </a:ln>
                <a:solidFill>
                  <a:srgbClr val="C5404E"/>
                </a:solidFill>
                <a:effectLst/>
                <a:uLnTx/>
                <a:uFillTx/>
                <a:latin typeface="Times New Roman" panose="02020603050405020304" pitchFamily="18" charset="0"/>
                <a:cs typeface="Times New Roman" panose="02020603050405020304" pitchFamily="18" charset="0"/>
                <a:sym typeface="Advent Pro"/>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8375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61E5EAA3-6BA3-6EF0-8AE5-27A53BF4A8B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1CB9C0-11F4-6361-9584-C992C01CDC70}"/>
              </a:ext>
            </a:extLst>
          </p:cNvPr>
          <p:cNvPicPr>
            <a:picLocks noChangeAspect="1"/>
          </p:cNvPicPr>
          <p:nvPr/>
        </p:nvPicPr>
        <p:blipFill>
          <a:blip r:embed="rId2"/>
          <a:stretch>
            <a:fillRect/>
          </a:stretch>
        </p:blipFill>
        <p:spPr>
          <a:xfrm>
            <a:off x="2340952" y="1449655"/>
            <a:ext cx="4462096" cy="3351719"/>
          </a:xfrm>
          <a:prstGeom prst="rect">
            <a:avLst/>
          </a:prstGeom>
          <a:ln>
            <a:solidFill>
              <a:schemeClr val="tx1"/>
            </a:solidFill>
          </a:ln>
        </p:spPr>
      </p:pic>
      <p:sp>
        <p:nvSpPr>
          <p:cNvPr id="7" name="Title 1">
            <a:extLst>
              <a:ext uri="{FF2B5EF4-FFF2-40B4-BE49-F238E27FC236}">
                <a16:creationId xmlns:a16="http://schemas.microsoft.com/office/drawing/2014/main" id="{7EA6E1F6-4B86-F288-A94F-96DEE2C6DACE}"/>
              </a:ext>
            </a:extLst>
          </p:cNvPr>
          <p:cNvSpPr txBox="1">
            <a:spLocks/>
          </p:cNvSpPr>
          <p:nvPr/>
        </p:nvSpPr>
        <p:spPr>
          <a:xfrm>
            <a:off x="2869871" y="653233"/>
            <a:ext cx="3404257" cy="527920"/>
          </a:xfrm>
          <a:prstGeom prst="rect">
            <a:avLst/>
          </a:prstGeom>
          <a:solidFill>
            <a:schemeClr val="bg1"/>
          </a:solidFill>
          <a:ln>
            <a:noFill/>
          </a:ln>
        </p:spPr>
        <p:txBody>
          <a:bodyPr spcFirstLastPara="1" vert="horz" wrap="square" lIns="68580" tIns="34290" rIns="68580" bIns="34290" rtlCol="0" anchor="ctr" anchorCtr="0">
            <a:normAutofit fontScale="90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1pPr>
            <a:lvl2pPr marR="0" lvl="1"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2pPr>
            <a:lvl3pPr marR="0" lvl="2"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3pPr>
            <a:lvl4pPr marR="0" lvl="3"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4pPr>
            <a:lvl5pPr marR="0" lvl="4"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5pPr>
            <a:lvl6pPr marR="0" lvl="5"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6pPr>
            <a:lvl7pPr marR="0" lvl="6"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7pPr>
            <a:lvl8pPr marR="0" lvl="7"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8pPr>
            <a:lvl9pPr marR="0" lvl="8"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9pPr>
          </a:lstStyle>
          <a:p>
            <a:pPr algn="ctr"/>
            <a:r>
              <a:rPr lang="en-US" sz="1800" kern="1200" dirty="0">
                <a:solidFill>
                  <a:schemeClr val="tx1"/>
                </a:solidFill>
                <a:latin typeface="+mj-lt"/>
                <a:ea typeface="+mj-ea"/>
                <a:cs typeface="+mj-cs"/>
              </a:rPr>
              <a:t>Delivery Time taken by each Vehicle Type in different cities</a:t>
            </a:r>
          </a:p>
        </p:txBody>
      </p:sp>
    </p:spTree>
    <p:extLst>
      <p:ext uri="{BB962C8B-B14F-4D97-AF65-F5344CB8AC3E}">
        <p14:creationId xmlns:p14="http://schemas.microsoft.com/office/powerpoint/2010/main" val="3105260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90F4CCD4-F076-5C97-1886-8282D66996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090" y="502102"/>
            <a:ext cx="8465574" cy="452709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Title 5">
            <a:extLst>
              <a:ext uri="{FF2B5EF4-FFF2-40B4-BE49-F238E27FC236}">
                <a16:creationId xmlns:a16="http://schemas.microsoft.com/office/drawing/2014/main" id="{23D0F3CE-864D-589F-1DED-5F8486E15072}"/>
              </a:ext>
            </a:extLst>
          </p:cNvPr>
          <p:cNvSpPr txBox="1">
            <a:spLocks/>
          </p:cNvSpPr>
          <p:nvPr/>
        </p:nvSpPr>
        <p:spPr>
          <a:xfrm>
            <a:off x="1370481" y="121024"/>
            <a:ext cx="6403038" cy="244288"/>
          </a:xfrm>
          <a:prstGeom prst="rect">
            <a:avLst/>
          </a:prstGeom>
          <a:solidFill>
            <a:schemeClr val="bg1"/>
          </a:solidFill>
        </p:spPr>
        <p:txBody>
          <a:bodyPr vert="horz" lIns="68580" tIns="34290" rIns="68580" bIns="34290" rtlCol="0" anchor="b">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1600" b="1" dirty="0">
                <a:latin typeface="Times New Roman" panose="02020603050405020304" pitchFamily="18" charset="0"/>
                <a:cs typeface="Times New Roman" panose="02020603050405020304" pitchFamily="18" charset="0"/>
              </a:rPr>
              <a:t>Summary of the time taken (in minutes) by different age groups under various weather conditions..</a:t>
            </a:r>
          </a:p>
        </p:txBody>
      </p:sp>
    </p:spTree>
    <p:extLst>
      <p:ext uri="{BB962C8B-B14F-4D97-AF65-F5344CB8AC3E}">
        <p14:creationId xmlns:p14="http://schemas.microsoft.com/office/powerpoint/2010/main" val="1435341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13108083-1EEF-CC30-BD4E-6CB94395843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43063" y="1256421"/>
            <a:ext cx="6657875" cy="32956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DF152431-4D39-BD0D-4B53-65F6A042C6C7}"/>
              </a:ext>
            </a:extLst>
          </p:cNvPr>
          <p:cNvSpPr txBox="1">
            <a:spLocks/>
          </p:cNvSpPr>
          <p:nvPr/>
        </p:nvSpPr>
        <p:spPr>
          <a:xfrm>
            <a:off x="1514941" y="644978"/>
            <a:ext cx="6114118" cy="302224"/>
          </a:xfrm>
          <a:prstGeom prst="rect">
            <a:avLst/>
          </a:prstGeom>
          <a:solidFill>
            <a:schemeClr val="bg1"/>
          </a:solidFill>
          <a:ln>
            <a:noFill/>
          </a:ln>
        </p:spPr>
        <p:txBody>
          <a:bodyPr spcFirstLastPara="1" vert="horz" wrap="square" lIns="68580" tIns="34290" rIns="68580" bIns="34290" rtlCol="0" anchor="ctr"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1pPr>
            <a:lvl2pPr marR="0" lvl="1"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2pPr>
            <a:lvl3pPr marR="0" lvl="2"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3pPr>
            <a:lvl4pPr marR="0" lvl="3"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4pPr>
            <a:lvl5pPr marR="0" lvl="4"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5pPr>
            <a:lvl6pPr marR="0" lvl="5"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6pPr>
            <a:lvl7pPr marR="0" lvl="6"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7pPr>
            <a:lvl8pPr marR="0" lvl="7"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8pPr>
            <a:lvl9pPr marR="0" lvl="8"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9pPr>
          </a:lstStyle>
          <a:p>
            <a:pPr algn="ctr"/>
            <a:r>
              <a:rPr lang="en-US" sz="1600" kern="1200" dirty="0">
                <a:solidFill>
                  <a:schemeClr val="tx1"/>
                </a:solidFill>
                <a:latin typeface="+mj-lt"/>
                <a:ea typeface="+mj-ea"/>
                <a:cs typeface="+mj-cs"/>
              </a:rPr>
              <a:t>How delivery person ratings and age distribution are related?</a:t>
            </a:r>
          </a:p>
        </p:txBody>
      </p:sp>
    </p:spTree>
    <p:extLst>
      <p:ext uri="{BB962C8B-B14F-4D97-AF65-F5344CB8AC3E}">
        <p14:creationId xmlns:p14="http://schemas.microsoft.com/office/powerpoint/2010/main" val="124673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F152431-4D39-BD0D-4B53-65F6A042C6C7}"/>
              </a:ext>
            </a:extLst>
          </p:cNvPr>
          <p:cNvSpPr txBox="1">
            <a:spLocks/>
          </p:cNvSpPr>
          <p:nvPr/>
        </p:nvSpPr>
        <p:spPr>
          <a:xfrm>
            <a:off x="2976235" y="686341"/>
            <a:ext cx="3191530" cy="302224"/>
          </a:xfrm>
          <a:prstGeom prst="rect">
            <a:avLst/>
          </a:prstGeom>
          <a:solidFill>
            <a:schemeClr val="bg1"/>
          </a:solidFill>
          <a:ln>
            <a:noFill/>
          </a:ln>
        </p:spPr>
        <p:txBody>
          <a:bodyPr spcFirstLastPara="1" vert="horz" wrap="square" lIns="68580" tIns="34290" rIns="68580" bIns="34290" rtlCol="0" anchor="ctr"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1pPr>
            <a:lvl2pPr marR="0" lvl="1"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2pPr>
            <a:lvl3pPr marR="0" lvl="2"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3pPr>
            <a:lvl4pPr marR="0" lvl="3"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4pPr>
            <a:lvl5pPr marR="0" lvl="4"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5pPr>
            <a:lvl6pPr marR="0" lvl="5"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6pPr>
            <a:lvl7pPr marR="0" lvl="6"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7pPr>
            <a:lvl8pPr marR="0" lvl="7"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8pPr>
            <a:lvl9pPr marR="0" lvl="8" algn="l" rtl="0">
              <a:lnSpc>
                <a:spcPct val="100000"/>
              </a:lnSpc>
              <a:spcBef>
                <a:spcPts val="0"/>
              </a:spcBef>
              <a:spcAft>
                <a:spcPts val="0"/>
              </a:spcAft>
              <a:buClr>
                <a:schemeClr val="dk2"/>
              </a:buClr>
              <a:buSzPts val="2800"/>
              <a:buFont typeface="Advent Pro"/>
              <a:buNone/>
              <a:defRPr sz="2800" b="1" i="0" u="none" strike="noStrike" cap="none">
                <a:solidFill>
                  <a:schemeClr val="dk2"/>
                </a:solidFill>
                <a:latin typeface="Advent Pro"/>
                <a:ea typeface="Advent Pro"/>
                <a:cs typeface="Advent Pro"/>
                <a:sym typeface="Advent Pro"/>
              </a:defRPr>
            </a:lvl9pPr>
          </a:lstStyle>
          <a:p>
            <a:pPr algn="ctr"/>
            <a:r>
              <a:rPr lang="en-US" sz="1600" kern="1200" dirty="0">
                <a:solidFill>
                  <a:schemeClr val="tx1"/>
                </a:solidFill>
                <a:latin typeface="+mj-lt"/>
                <a:ea typeface="+mj-ea"/>
                <a:cs typeface="+mj-cs"/>
              </a:rPr>
              <a:t>Time taken to delivery an order</a:t>
            </a:r>
          </a:p>
        </p:txBody>
      </p:sp>
      <p:pic>
        <p:nvPicPr>
          <p:cNvPr id="4" name="Picture 3">
            <a:extLst>
              <a:ext uri="{FF2B5EF4-FFF2-40B4-BE49-F238E27FC236}">
                <a16:creationId xmlns:a16="http://schemas.microsoft.com/office/drawing/2014/main" id="{F34CB5A9-EA39-23FD-4509-EB5BA57DBABA}"/>
              </a:ext>
            </a:extLst>
          </p:cNvPr>
          <p:cNvPicPr>
            <a:picLocks noChangeAspect="1"/>
          </p:cNvPicPr>
          <p:nvPr/>
        </p:nvPicPr>
        <p:blipFill>
          <a:blip r:embed="rId2"/>
          <a:stretch>
            <a:fillRect/>
          </a:stretch>
        </p:blipFill>
        <p:spPr>
          <a:xfrm>
            <a:off x="1219200" y="1321547"/>
            <a:ext cx="6705600" cy="2984500"/>
          </a:xfrm>
          <a:prstGeom prst="rect">
            <a:avLst/>
          </a:prstGeom>
        </p:spPr>
      </p:pic>
    </p:spTree>
    <p:extLst>
      <p:ext uri="{BB962C8B-B14F-4D97-AF65-F5344CB8AC3E}">
        <p14:creationId xmlns:p14="http://schemas.microsoft.com/office/powerpoint/2010/main" val="2771675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43CD4A1C-F574-D644-2D1D-9E959A367662}"/>
              </a:ext>
            </a:extLst>
          </p:cNvPr>
          <p:cNvSpPr txBox="1">
            <a:spLocks/>
          </p:cNvSpPr>
          <p:nvPr/>
        </p:nvSpPr>
        <p:spPr>
          <a:xfrm>
            <a:off x="1150015" y="183831"/>
            <a:ext cx="6843969" cy="333311"/>
          </a:xfrm>
          <a:prstGeom prst="rect">
            <a:avLst/>
          </a:prstGeom>
          <a:solidFill>
            <a:schemeClr val="bg1"/>
          </a:solidFill>
        </p:spPr>
        <p:txBody>
          <a:bodyPr vert="horz" lIns="68580" tIns="34290" rIns="68580" bIns="34290" rtlCol="0" anchor="b">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2100" b="1" dirty="0">
                <a:latin typeface="Times New Roman" panose="02020603050405020304" pitchFamily="18" charset="0"/>
                <a:cs typeface="Times New Roman" panose="02020603050405020304" pitchFamily="18" charset="0"/>
              </a:rPr>
              <a:t>In which hour in a day there are more number of orders placed?</a:t>
            </a:r>
          </a:p>
        </p:txBody>
      </p:sp>
      <p:pic>
        <p:nvPicPr>
          <p:cNvPr id="8194" name="Picture 2">
            <a:extLst>
              <a:ext uri="{FF2B5EF4-FFF2-40B4-BE49-F238E27FC236}">
                <a16:creationId xmlns:a16="http://schemas.microsoft.com/office/drawing/2014/main" id="{BA4904B8-CD30-9029-EEF0-867128181B7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1721" y="692090"/>
            <a:ext cx="7680558" cy="203534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5">
            <a:extLst>
              <a:ext uri="{FF2B5EF4-FFF2-40B4-BE49-F238E27FC236}">
                <a16:creationId xmlns:a16="http://schemas.microsoft.com/office/drawing/2014/main" id="{02FABF41-BD60-8202-B299-953A4CA05F66}"/>
              </a:ext>
            </a:extLst>
          </p:cNvPr>
          <p:cNvSpPr txBox="1">
            <a:spLocks/>
          </p:cNvSpPr>
          <p:nvPr/>
        </p:nvSpPr>
        <p:spPr>
          <a:xfrm>
            <a:off x="489674" y="3589603"/>
            <a:ext cx="3326571" cy="534983"/>
          </a:xfrm>
          <a:prstGeom prst="rect">
            <a:avLst/>
          </a:prstGeom>
          <a:solidFill>
            <a:schemeClr val="bg1"/>
          </a:solidFill>
        </p:spPr>
        <p:txBody>
          <a:bodyPr vert="horz" lIns="68580" tIns="34290" rIns="68580" bIns="34290" rtlCol="0"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1900" b="1" dirty="0">
                <a:latin typeface="Times New Roman" panose="02020603050405020304" pitchFamily="18" charset="0"/>
                <a:cs typeface="Times New Roman" panose="02020603050405020304" pitchFamily="18" charset="0"/>
              </a:rPr>
              <a:t>Time taken to delivery in overall cities in specific hours</a:t>
            </a:r>
          </a:p>
        </p:txBody>
      </p:sp>
      <p:pic>
        <p:nvPicPr>
          <p:cNvPr id="6" name="Picture 5">
            <a:extLst>
              <a:ext uri="{FF2B5EF4-FFF2-40B4-BE49-F238E27FC236}">
                <a16:creationId xmlns:a16="http://schemas.microsoft.com/office/drawing/2014/main" id="{D7359C5F-73B1-9660-C5A6-D9B3DBE27F5C}"/>
              </a:ext>
            </a:extLst>
          </p:cNvPr>
          <p:cNvPicPr>
            <a:picLocks noChangeAspect="1"/>
          </p:cNvPicPr>
          <p:nvPr/>
        </p:nvPicPr>
        <p:blipFill>
          <a:blip r:embed="rId3"/>
          <a:stretch>
            <a:fillRect/>
          </a:stretch>
        </p:blipFill>
        <p:spPr>
          <a:xfrm>
            <a:off x="4058292" y="2859268"/>
            <a:ext cx="4362089" cy="1995655"/>
          </a:xfrm>
          <a:prstGeom prst="rect">
            <a:avLst/>
          </a:prstGeom>
        </p:spPr>
      </p:pic>
    </p:spTree>
    <p:extLst>
      <p:ext uri="{BB962C8B-B14F-4D97-AF65-F5344CB8AC3E}">
        <p14:creationId xmlns:p14="http://schemas.microsoft.com/office/powerpoint/2010/main" val="2724916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819E8-B6D4-5D46-2EE6-97CE00299CD8}"/>
              </a:ext>
            </a:extLst>
          </p:cNvPr>
          <p:cNvSpPr>
            <a:spLocks noGrp="1"/>
          </p:cNvSpPr>
          <p:nvPr>
            <p:ph type="ctrTitle"/>
          </p:nvPr>
        </p:nvSpPr>
        <p:spPr>
          <a:xfrm>
            <a:off x="1041424" y="343148"/>
            <a:ext cx="2433484" cy="464459"/>
          </a:xfrm>
        </p:spPr>
        <p:txBody>
          <a:bodyPr>
            <a:noAutofit/>
          </a:bodyPr>
          <a:lstStyle/>
          <a:p>
            <a:pPr algn="l"/>
            <a:r>
              <a:rPr lang="en-US" sz="2250" u="sng" dirty="0">
                <a:latin typeface="Times New Roman" panose="02020603050405020304" pitchFamily="18" charset="0"/>
                <a:cs typeface="Times New Roman" panose="02020603050405020304" pitchFamily="18" charset="0"/>
              </a:rPr>
              <a:t>CONCLUSION</a:t>
            </a:r>
            <a:r>
              <a:rPr lang="en-US" sz="2250" dirty="0">
                <a:latin typeface="Times New Roman" panose="02020603050405020304" pitchFamily="18" charset="0"/>
                <a:cs typeface="Times New Roman" panose="02020603050405020304" pitchFamily="18" charset="0"/>
              </a:rPr>
              <a:t> :</a:t>
            </a:r>
          </a:p>
        </p:txBody>
      </p:sp>
      <p:sp>
        <p:nvSpPr>
          <p:cNvPr id="3" name="Subtitle 2">
            <a:extLst>
              <a:ext uri="{FF2B5EF4-FFF2-40B4-BE49-F238E27FC236}">
                <a16:creationId xmlns:a16="http://schemas.microsoft.com/office/drawing/2014/main" id="{0F3D0FD3-2884-93B2-E1C6-558550FAB3E0}"/>
              </a:ext>
            </a:extLst>
          </p:cNvPr>
          <p:cNvSpPr>
            <a:spLocks noGrp="1"/>
          </p:cNvSpPr>
          <p:nvPr>
            <p:ph type="subTitle" idx="1"/>
          </p:nvPr>
        </p:nvSpPr>
        <p:spPr>
          <a:xfrm>
            <a:off x="1041424" y="862066"/>
            <a:ext cx="7061152" cy="1312027"/>
          </a:xfrm>
        </p:spPr>
        <p:txBody>
          <a:bodyPr>
            <a:noAutofit/>
          </a:bodyPr>
          <a:lstStyle/>
          <a:p>
            <a:pPr marL="0" indent="0"/>
            <a:r>
              <a:rPr lang="en-US" sz="1350" dirty="0">
                <a:latin typeface="Times New Roman" panose="02020603050405020304" pitchFamily="18" charset="0"/>
                <a:cs typeface="Times New Roman" panose="02020603050405020304" pitchFamily="18" charset="0"/>
              </a:rPr>
              <a:t>The analysis has provided a better understanding of the delivery time patterns and trends. This information can be utilized to estimate the time required for future deliveries, taking into consideration various factors like the age and ratings of the delivery person, the distance between the restaurant and the delivery location, the time of the order, weather conditions, road traffic density, vehicle condition, and the city.</a:t>
            </a:r>
          </a:p>
        </p:txBody>
      </p:sp>
      <p:sp>
        <p:nvSpPr>
          <p:cNvPr id="4" name="Title 1">
            <a:extLst>
              <a:ext uri="{FF2B5EF4-FFF2-40B4-BE49-F238E27FC236}">
                <a16:creationId xmlns:a16="http://schemas.microsoft.com/office/drawing/2014/main" id="{9D1EEEBC-9D69-93B5-F9BA-CD392BE346DC}"/>
              </a:ext>
            </a:extLst>
          </p:cNvPr>
          <p:cNvSpPr txBox="1">
            <a:spLocks/>
          </p:cNvSpPr>
          <p:nvPr/>
        </p:nvSpPr>
        <p:spPr>
          <a:xfrm>
            <a:off x="1073204" y="2339520"/>
            <a:ext cx="3162216" cy="46445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6"/>
              </a:buClr>
              <a:buSzPts val="6000"/>
              <a:buFont typeface="Advent Pro"/>
              <a:buNone/>
              <a:defRPr sz="6000" b="1" i="0" u="none" strike="noStrike" cap="none">
                <a:solidFill>
                  <a:schemeClr val="accent6"/>
                </a:solidFill>
                <a:latin typeface="Advent Pro"/>
                <a:ea typeface="Advent Pro"/>
                <a:cs typeface="Advent Pro"/>
                <a:sym typeface="Advent Pro"/>
              </a:defRPr>
            </a:lvl1pPr>
            <a:lvl2pPr marR="0" lvl="1" algn="l" rtl="0">
              <a:lnSpc>
                <a:spcPct val="100000"/>
              </a:lnSpc>
              <a:spcBef>
                <a:spcPts val="0"/>
              </a:spcBef>
              <a:spcAft>
                <a:spcPts val="0"/>
              </a:spcAft>
              <a:buClr>
                <a:schemeClr val="accent6"/>
              </a:buClr>
              <a:buSzPts val="5200"/>
              <a:buFont typeface="Advent Pro"/>
              <a:buNone/>
              <a:defRPr sz="5200" b="1" i="0" u="none" strike="noStrike" cap="none">
                <a:solidFill>
                  <a:schemeClr val="accent6"/>
                </a:solidFill>
                <a:latin typeface="Advent Pro"/>
                <a:ea typeface="Advent Pro"/>
                <a:cs typeface="Advent Pro"/>
                <a:sym typeface="Advent Pro"/>
              </a:defRPr>
            </a:lvl2pPr>
            <a:lvl3pPr marR="0" lvl="2" algn="l" rtl="0">
              <a:lnSpc>
                <a:spcPct val="100000"/>
              </a:lnSpc>
              <a:spcBef>
                <a:spcPts val="0"/>
              </a:spcBef>
              <a:spcAft>
                <a:spcPts val="0"/>
              </a:spcAft>
              <a:buClr>
                <a:schemeClr val="accent6"/>
              </a:buClr>
              <a:buSzPts val="5200"/>
              <a:buFont typeface="Advent Pro"/>
              <a:buNone/>
              <a:defRPr sz="5200" b="1" i="0" u="none" strike="noStrike" cap="none">
                <a:solidFill>
                  <a:schemeClr val="accent6"/>
                </a:solidFill>
                <a:latin typeface="Advent Pro"/>
                <a:ea typeface="Advent Pro"/>
                <a:cs typeface="Advent Pro"/>
                <a:sym typeface="Advent Pro"/>
              </a:defRPr>
            </a:lvl3pPr>
            <a:lvl4pPr marR="0" lvl="3" algn="l" rtl="0">
              <a:lnSpc>
                <a:spcPct val="100000"/>
              </a:lnSpc>
              <a:spcBef>
                <a:spcPts val="0"/>
              </a:spcBef>
              <a:spcAft>
                <a:spcPts val="0"/>
              </a:spcAft>
              <a:buClr>
                <a:schemeClr val="accent6"/>
              </a:buClr>
              <a:buSzPts val="5200"/>
              <a:buFont typeface="Advent Pro"/>
              <a:buNone/>
              <a:defRPr sz="5200" b="1" i="0" u="none" strike="noStrike" cap="none">
                <a:solidFill>
                  <a:schemeClr val="accent6"/>
                </a:solidFill>
                <a:latin typeface="Advent Pro"/>
                <a:ea typeface="Advent Pro"/>
                <a:cs typeface="Advent Pro"/>
                <a:sym typeface="Advent Pro"/>
              </a:defRPr>
            </a:lvl4pPr>
            <a:lvl5pPr marR="0" lvl="4" algn="l" rtl="0">
              <a:lnSpc>
                <a:spcPct val="100000"/>
              </a:lnSpc>
              <a:spcBef>
                <a:spcPts val="0"/>
              </a:spcBef>
              <a:spcAft>
                <a:spcPts val="0"/>
              </a:spcAft>
              <a:buClr>
                <a:schemeClr val="accent6"/>
              </a:buClr>
              <a:buSzPts val="5200"/>
              <a:buFont typeface="Advent Pro"/>
              <a:buNone/>
              <a:defRPr sz="5200" b="1" i="0" u="none" strike="noStrike" cap="none">
                <a:solidFill>
                  <a:schemeClr val="accent6"/>
                </a:solidFill>
                <a:latin typeface="Advent Pro"/>
                <a:ea typeface="Advent Pro"/>
                <a:cs typeface="Advent Pro"/>
                <a:sym typeface="Advent Pro"/>
              </a:defRPr>
            </a:lvl5pPr>
            <a:lvl6pPr marR="0" lvl="5" algn="l" rtl="0">
              <a:lnSpc>
                <a:spcPct val="100000"/>
              </a:lnSpc>
              <a:spcBef>
                <a:spcPts val="0"/>
              </a:spcBef>
              <a:spcAft>
                <a:spcPts val="0"/>
              </a:spcAft>
              <a:buClr>
                <a:schemeClr val="accent6"/>
              </a:buClr>
              <a:buSzPts val="5200"/>
              <a:buFont typeface="Advent Pro"/>
              <a:buNone/>
              <a:defRPr sz="5200" b="1" i="0" u="none" strike="noStrike" cap="none">
                <a:solidFill>
                  <a:schemeClr val="accent6"/>
                </a:solidFill>
                <a:latin typeface="Advent Pro"/>
                <a:ea typeface="Advent Pro"/>
                <a:cs typeface="Advent Pro"/>
                <a:sym typeface="Advent Pro"/>
              </a:defRPr>
            </a:lvl6pPr>
            <a:lvl7pPr marR="0" lvl="6" algn="l" rtl="0">
              <a:lnSpc>
                <a:spcPct val="100000"/>
              </a:lnSpc>
              <a:spcBef>
                <a:spcPts val="0"/>
              </a:spcBef>
              <a:spcAft>
                <a:spcPts val="0"/>
              </a:spcAft>
              <a:buClr>
                <a:schemeClr val="accent6"/>
              </a:buClr>
              <a:buSzPts val="5200"/>
              <a:buFont typeface="Advent Pro"/>
              <a:buNone/>
              <a:defRPr sz="5200" b="1" i="0" u="none" strike="noStrike" cap="none">
                <a:solidFill>
                  <a:schemeClr val="accent6"/>
                </a:solidFill>
                <a:latin typeface="Advent Pro"/>
                <a:ea typeface="Advent Pro"/>
                <a:cs typeface="Advent Pro"/>
                <a:sym typeface="Advent Pro"/>
              </a:defRPr>
            </a:lvl7pPr>
            <a:lvl8pPr marR="0" lvl="7" algn="l" rtl="0">
              <a:lnSpc>
                <a:spcPct val="100000"/>
              </a:lnSpc>
              <a:spcBef>
                <a:spcPts val="0"/>
              </a:spcBef>
              <a:spcAft>
                <a:spcPts val="0"/>
              </a:spcAft>
              <a:buClr>
                <a:schemeClr val="accent6"/>
              </a:buClr>
              <a:buSzPts val="5200"/>
              <a:buFont typeface="Advent Pro"/>
              <a:buNone/>
              <a:defRPr sz="5200" b="1" i="0" u="none" strike="noStrike" cap="none">
                <a:solidFill>
                  <a:schemeClr val="accent6"/>
                </a:solidFill>
                <a:latin typeface="Advent Pro"/>
                <a:ea typeface="Advent Pro"/>
                <a:cs typeface="Advent Pro"/>
                <a:sym typeface="Advent Pro"/>
              </a:defRPr>
            </a:lvl8pPr>
            <a:lvl9pPr marR="0" lvl="8" algn="l" rtl="0">
              <a:lnSpc>
                <a:spcPct val="100000"/>
              </a:lnSpc>
              <a:spcBef>
                <a:spcPts val="0"/>
              </a:spcBef>
              <a:spcAft>
                <a:spcPts val="0"/>
              </a:spcAft>
              <a:buClr>
                <a:schemeClr val="accent6"/>
              </a:buClr>
              <a:buSzPts val="5200"/>
              <a:buFont typeface="Advent Pro"/>
              <a:buNone/>
              <a:defRPr sz="5200" b="1" i="0" u="none" strike="noStrike" cap="none">
                <a:solidFill>
                  <a:schemeClr val="accent6"/>
                </a:solidFill>
                <a:latin typeface="Advent Pro"/>
                <a:ea typeface="Advent Pro"/>
                <a:cs typeface="Advent Pro"/>
                <a:sym typeface="Advent Pro"/>
              </a:defRPr>
            </a:lvl9pPr>
          </a:lstStyle>
          <a:p>
            <a:r>
              <a:rPr lang="en-US" sz="2250" u="sng" dirty="0">
                <a:latin typeface="Times New Roman" panose="02020603050405020304" pitchFamily="18" charset="0"/>
                <a:cs typeface="Times New Roman" panose="02020603050405020304" pitchFamily="18" charset="0"/>
              </a:rPr>
              <a:t>FUTURE SCOPE</a:t>
            </a:r>
            <a:r>
              <a:rPr lang="en-US" sz="2250" dirty="0">
                <a:latin typeface="Times New Roman" panose="02020603050405020304" pitchFamily="18" charset="0"/>
                <a:cs typeface="Times New Roman" panose="02020603050405020304" pitchFamily="18" charset="0"/>
              </a:rPr>
              <a:t> :</a:t>
            </a:r>
          </a:p>
        </p:txBody>
      </p:sp>
      <p:sp>
        <p:nvSpPr>
          <p:cNvPr id="5" name="Subtitle 2">
            <a:extLst>
              <a:ext uri="{FF2B5EF4-FFF2-40B4-BE49-F238E27FC236}">
                <a16:creationId xmlns:a16="http://schemas.microsoft.com/office/drawing/2014/main" id="{D10B1A99-93E9-8249-39BD-B3015A8BED77}"/>
              </a:ext>
            </a:extLst>
          </p:cNvPr>
          <p:cNvSpPr txBox="1">
            <a:spLocks/>
          </p:cNvSpPr>
          <p:nvPr/>
        </p:nvSpPr>
        <p:spPr>
          <a:xfrm>
            <a:off x="1041424" y="2910173"/>
            <a:ext cx="7061152" cy="13120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1pPr>
            <a:lvl2pPr marL="914400" marR="0" lvl="1" indent="-3175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2pPr>
            <a:lvl3pPr marL="1371600" marR="0" lvl="2" indent="-3175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3pPr>
            <a:lvl4pPr marL="1828800" marR="0" lvl="3" indent="-3175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4pPr>
            <a:lvl5pPr marL="2286000" marR="0" lvl="4" indent="-3175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5pPr>
            <a:lvl6pPr marL="2743200" marR="0" lvl="5" indent="-3175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6pPr>
            <a:lvl7pPr marL="3200400" marR="0" lvl="6" indent="-3175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7pPr>
            <a:lvl8pPr marL="3657600" marR="0" lvl="7" indent="-3175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8pPr>
            <a:lvl9pPr marL="4114800" marR="0" lvl="8" indent="-317500" algn="l" rtl="0">
              <a:lnSpc>
                <a:spcPct val="100000"/>
              </a:lnSpc>
              <a:spcBef>
                <a:spcPts val="0"/>
              </a:spcBef>
              <a:spcAft>
                <a:spcPts val="0"/>
              </a:spcAft>
              <a:buClr>
                <a:srgbClr val="434343"/>
              </a:buClr>
              <a:buSzPts val="2400"/>
              <a:buFont typeface="Roboto"/>
              <a:buNone/>
              <a:defRPr sz="2400" b="0" i="0" u="none" strike="noStrike" cap="none">
                <a:solidFill>
                  <a:srgbClr val="434343"/>
                </a:solidFill>
                <a:latin typeface="Roboto"/>
                <a:ea typeface="Roboto"/>
                <a:cs typeface="Roboto"/>
                <a:sym typeface="Roboto"/>
              </a:defRPr>
            </a:lvl9pPr>
          </a:lstStyle>
          <a:p>
            <a:pPr marL="0" marR="0" algn="just">
              <a:lnSpc>
                <a:spcPct val="107000"/>
              </a:lnSpc>
              <a:spcBef>
                <a:spcPts val="0"/>
              </a:spcBef>
              <a:spcAft>
                <a:spcPts val="0"/>
              </a:spcAft>
            </a:pPr>
            <a:r>
              <a:rPr lang="en-US" sz="1350" kern="100" dirty="0">
                <a:effectLst/>
                <a:latin typeface="Times New Roman" panose="02020603050405020304" pitchFamily="18" charset="0"/>
                <a:ea typeface="Aptos" panose="020B0004020202020204" pitchFamily="34" charset="0"/>
                <a:cs typeface="Times New Roman" panose="02020603050405020304" pitchFamily="18" charset="0"/>
              </a:rPr>
              <a:t>In the future, we plan to improve this project by integrating real-time data on traffic and weather. We also aim to explore emerging technologies such as AI route optimization and drone deliveries. To make the model more accurate and applicable, we will expand the study to include more diverse geographic data. These advancements could significantly enhance our predictive capabilities and ensure that delivery services remain innovative and customer focused.</a:t>
            </a:r>
          </a:p>
        </p:txBody>
      </p:sp>
    </p:spTree>
    <p:extLst>
      <p:ext uri="{BB962C8B-B14F-4D97-AF65-F5344CB8AC3E}">
        <p14:creationId xmlns:p14="http://schemas.microsoft.com/office/powerpoint/2010/main" val="382390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A blue and white text on a black background&#10;&#10;Description automatically generated">
            <a:extLst>
              <a:ext uri="{FF2B5EF4-FFF2-40B4-BE49-F238E27FC236}">
                <a16:creationId xmlns:a16="http://schemas.microsoft.com/office/drawing/2014/main" id="{BFEED40C-CDD7-D9F4-493B-5483A8E4E24E}"/>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85800" y="1347331"/>
            <a:ext cx="7772400" cy="2448838"/>
          </a:xfrm>
          <a:prstGeom prst="rect">
            <a:avLst/>
          </a:prstGeom>
        </p:spPr>
      </p:pic>
    </p:spTree>
    <p:extLst>
      <p:ext uri="{BB962C8B-B14F-4D97-AF65-F5344CB8AC3E}">
        <p14:creationId xmlns:p14="http://schemas.microsoft.com/office/powerpoint/2010/main" val="2744494318"/>
      </p:ext>
    </p:extLst>
  </p:cSld>
  <p:clrMapOvr>
    <a:masterClrMapping/>
  </p:clrMapOvr>
</p:sld>
</file>

<file path=ppt/theme/theme1.xml><?xml version="1.0" encoding="utf-8"?>
<a:theme xmlns:a="http://schemas.openxmlformats.org/drawingml/2006/main" name="Food Delivery">
  <a:themeElements>
    <a:clrScheme name="Simple Light">
      <a:dk1>
        <a:srgbClr val="000000"/>
      </a:dk1>
      <a:lt1>
        <a:srgbClr val="FFFFFF"/>
      </a:lt1>
      <a:dk2>
        <a:srgbClr val="434343"/>
      </a:dk2>
      <a:lt2>
        <a:srgbClr val="EEEEEE"/>
      </a:lt2>
      <a:accent1>
        <a:srgbClr val="FF5F70"/>
      </a:accent1>
      <a:accent2>
        <a:srgbClr val="5493B3"/>
      </a:accent2>
      <a:accent3>
        <a:srgbClr val="91DAFF"/>
      </a:accent3>
      <a:accent4>
        <a:srgbClr val="E4DF6F"/>
      </a:accent4>
      <a:accent5>
        <a:srgbClr val="B3B05D"/>
      </a:accent5>
      <a:accent6>
        <a:srgbClr val="C5404E"/>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TotalTime>
  <Words>459</Words>
  <Application>Microsoft Office PowerPoint</Application>
  <PresentationFormat>On-screen Show (16:9)</PresentationFormat>
  <Paragraphs>34</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Times New Roman</vt:lpstr>
      <vt:lpstr>Arial</vt:lpstr>
      <vt:lpstr>Roboto</vt:lpstr>
      <vt:lpstr>Wingdings</vt:lpstr>
      <vt:lpstr>Advent Pro</vt:lpstr>
      <vt:lpstr>Food Delivery</vt:lpstr>
      <vt:lpstr>Exploratory Data Analysis: Unveiling Trends in Food Delivery</vt:lpstr>
      <vt:lpstr>Introduction &amp; 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DELIVERY TIME ANALYSIS</dc:title>
  <cp:lastModifiedBy>Nikhil Kattaguri</cp:lastModifiedBy>
  <cp:revision>16</cp:revision>
  <dcterms:modified xsi:type="dcterms:W3CDTF">2024-04-27T16:58:23Z</dcterms:modified>
</cp:coreProperties>
</file>